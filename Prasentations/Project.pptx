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6" Type="http://schemas.microsoft.com/office/2020/02/relationships/classificationlabels" Target="docMetadata/LabelInfo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50" r:id="rId4"/>
  </p:sldMasterIdLst>
  <p:notesMasterIdLst>
    <p:notesMasterId r:id="rId15"/>
  </p:notesMasterIdLst>
  <p:handoutMasterIdLst>
    <p:handoutMasterId r:id="rId16"/>
  </p:handoutMasterIdLst>
  <p:sldIdLst>
    <p:sldId id="312" r:id="rId5"/>
    <p:sldId id="314" r:id="rId6"/>
    <p:sldId id="313" r:id="rId7"/>
    <p:sldId id="316" r:id="rId8"/>
    <p:sldId id="317" r:id="rId9"/>
    <p:sldId id="321" r:id="rId10"/>
    <p:sldId id="318" r:id="rId11"/>
    <p:sldId id="319" r:id="rId12"/>
    <p:sldId id="320" r:id="rId13"/>
    <p:sldId id="297" r:id="rId14"/>
  </p:sldIdLst>
  <p:sldSz cx="12192000" cy="6858000"/>
  <p:notesSz cx="13716000" cy="2438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3" orient="horz" pos="2616" userDrawn="1">
          <p15:clr>
            <a:srgbClr val="A4A3A4"/>
          </p15:clr>
        </p15:guide>
        <p15:guide id="4" orient="horz" pos="3264" userDrawn="1">
          <p15:clr>
            <a:srgbClr val="A4A3A4"/>
          </p15:clr>
        </p15:guide>
        <p15:guide id="5" pos="6912" userDrawn="1">
          <p15:clr>
            <a:srgbClr val="A4A3A4"/>
          </p15:clr>
        </p15:guide>
        <p15:guide id="6" orient="horz" userDrawn="1">
          <p15:clr>
            <a:srgbClr val="A4A3A4"/>
          </p15:clr>
        </p15:guide>
        <p15:guide id="7" orient="horz" pos="4008" userDrawn="1">
          <p15:clr>
            <a:srgbClr val="A4A3A4"/>
          </p15:clr>
        </p15:guide>
        <p15:guide id="9" orient="horz" pos="2352" userDrawn="1">
          <p15:clr>
            <a:srgbClr val="A4A3A4"/>
          </p15:clr>
        </p15:guide>
        <p15:guide id="12" pos="6696" userDrawn="1">
          <p15:clr>
            <a:srgbClr val="A4A3A4"/>
          </p15:clr>
        </p15:guide>
        <p15:guide id="15" pos="2136" userDrawn="1">
          <p15:clr>
            <a:srgbClr val="A4A3A4"/>
          </p15:clr>
        </p15:guide>
        <p15:guide id="16" pos="2760" userDrawn="1">
          <p15:clr>
            <a:srgbClr val="A4A3A4"/>
          </p15:clr>
        </p15:guide>
        <p15:guide id="17" pos="3288" userDrawn="1">
          <p15:clr>
            <a:srgbClr val="A4A3A4"/>
          </p15:clr>
        </p15:guide>
        <p15:guide id="18" pos="4032" userDrawn="1">
          <p15:clr>
            <a:srgbClr val="A4A3A4"/>
          </p15:clr>
        </p15:guide>
        <p15:guide id="19" pos="4392" userDrawn="1">
          <p15:clr>
            <a:srgbClr val="A4A3A4"/>
          </p15:clr>
        </p15:guide>
        <p15:guide id="20" pos="4944" userDrawn="1">
          <p15:clr>
            <a:srgbClr val="A4A3A4"/>
          </p15:clr>
        </p15:guide>
        <p15:guide id="21" pos="5544" userDrawn="1">
          <p15:clr>
            <a:srgbClr val="A4A3A4"/>
          </p15:clr>
        </p15:guide>
        <p15:guide id="22" pos="6072" userDrawn="1">
          <p15:clr>
            <a:srgbClr val="A4A3A4"/>
          </p15:clr>
        </p15:guide>
        <p15:guide id="23" orient="horz" pos="2448" userDrawn="1">
          <p15:clr>
            <a:srgbClr val="A4A3A4"/>
          </p15:clr>
        </p15:guide>
        <p15:guide id="25" pos="5256" userDrawn="1">
          <p15:clr>
            <a:srgbClr val="A4A3A4"/>
          </p15:clr>
        </p15:guide>
        <p15:guide id="26" pos="7261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00000000-0000-0000-0000-000000000000}" name="Author" initials="A" userId="Author" providerId="AD"/>
</p188: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202C8F"/>
    <a:srgbClr val="FDFBF6"/>
    <a:srgbClr val="AAC4E9"/>
    <a:srgbClr val="F5CDCE"/>
    <a:srgbClr val="DF8C8C"/>
    <a:srgbClr val="D4D593"/>
    <a:srgbClr val="E6F0FE"/>
    <a:srgbClr val="CDBE8A"/>
    <a:srgbClr val="FFEFEF"/>
    <a:srgbClr val="FCFBF6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3B4B98B0-60AC-42C2-AFA5-B58CD77FA1E5}">
  <a:tblStyle styleId="{21E4AEA4-8DFA-4A89-87EB-49C32662AFE0}" styleName="Medium Style 2 - Accent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F5AB1C69-6EDB-4FF4-983F-18BD219EF322}" styleName="Medium Style 2 - Accent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00A15C55-8517-42AA-B614-E9B94910E393}" styleName="Medium Style 2 - Accent 4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4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4"/>
          </a:solidFill>
        </a:fill>
      </a:tcStyle>
    </a:firstRow>
  </a:tblStyle>
  <a:tblStyle styleId="{7DF18680-E054-41AD-8BC1-D1AEF772440D}" styleName="Medium Style 2 - Accent 5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5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5"/>
          </a:solidFill>
        </a:fill>
      </a:tcStyle>
    </a:firstRow>
  </a:tblStyle>
  <a:tblStyle styleId="{93296810-A885-4BE3-A3E7-6D5BEEA58F35}" styleName="Medium Style 2 - Accent 6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6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6"/>
          </a:solidFill>
        </a:fill>
      </a:tcStyle>
    </a:firstRow>
  </a:tblStyle>
  <a:tblStyle styleId="{85BE263C-DBD7-4A20-BB59-AAB30ACAA65A}" styleName="Medium Style 3 - Accent 2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EB9631B5-78F2-41C9-869B-9F39066F8104}" styleName="Medium Style 3 - Accent 4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4"/>
          </a:solidFill>
        </a:fill>
      </a:tcStyle>
    </a:firstRow>
  </a:tblStyle>
  <a:tblStyle styleId="{EB344D84-9AFB-497E-A393-DC336BA19D2E}" styleName="Medium Style 3 - Accent 3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6E25E649-3F16-4E02-A733-19D2CDBF48F0}" styleName="Medium Style 3 - Accent 1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DA37D80-6434-44D0-A028-1B22A696006F}" styleName="Light Style 3 - Accent 2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2"/>
              </a:solidFill>
            </a:ln>
          </a:left>
          <a:right>
            <a:ln w="12700" cmpd="sng">
              <a:solidFill>
                <a:schemeClr val="accent2"/>
              </a:solidFill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 w="12700" cmpd="sng">
              <a:solidFill>
                <a:schemeClr val="accent2"/>
              </a:solidFill>
            </a:ln>
          </a:insideH>
          <a:insideV>
            <a:ln w="12700" cmpd="sng">
              <a:solidFill>
                <a:schemeClr val="accent2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20000"/>
            </a:schemeClr>
          </a:solidFill>
        </a:fill>
      </a:tcStyle>
    </a:band1H>
    <a:band1V>
      <a:tcStyle>
        <a:tcBdr/>
        <a:fill>
          <a:solidFill>
            <a:schemeClr val="accent2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2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2"/>
              </a:solidFill>
            </a:ln>
          </a:bottom>
        </a:tcBdr>
        <a:fill>
          <a:noFill/>
        </a:fill>
      </a:tcStyle>
    </a:firstRow>
  </a:tblStyle>
  <a:tblStyle styleId="{0E3FDE45-AF77-4B5C-9715-49D594BDF05E}" styleName="Light Style 1 - Accent 2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2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2"/>
              </a:solidFill>
            </a:ln>
          </a:bottom>
        </a:tcBdr>
        <a:fill>
          <a:noFill/>
        </a:fill>
      </a:tcStyle>
    </a:firstRow>
  </a:tblStyle>
  <a:tblStyle styleId="{3B4B98B0-60AC-42C2-AFA5-B58CD77FA1E5}" styleName="Light Style 1 - Accent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  <a:tblStyle styleId="{8799B23B-EC83-4686-B30A-512413B5E67A}" styleName="Light Style 3 - Accent 3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3"/>
              </a:solidFill>
            </a:ln>
          </a:left>
          <a:right>
            <a:ln w="12700" cmpd="sng">
              <a:solidFill>
                <a:schemeClr val="accent3"/>
              </a:solidFill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 w="12700" cmpd="sng">
              <a:solidFill>
                <a:schemeClr val="accent3"/>
              </a:solidFill>
            </a:ln>
          </a:insideH>
          <a:insideV>
            <a:ln w="12700" cmpd="sng">
              <a:solidFill>
                <a:schemeClr val="accent3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20000"/>
            </a:schemeClr>
          </a:solidFill>
        </a:fill>
      </a:tcStyle>
    </a:band1H>
    <a:band1V>
      <a:tcStyle>
        <a:tcBdr/>
        <a:fill>
          <a:solidFill>
            <a:schemeClr val="accent3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3"/>
              </a:solidFill>
            </a:ln>
          </a:bottom>
        </a:tcBdr>
        <a:fill>
          <a:noFill/>
        </a:fill>
      </a:tcStyle>
    </a:firstRow>
  </a:tblStyle>
  <a:tblStyle styleId="{C083E6E3-FA7D-4D7B-A595-EF9225AFEA82}" styleName="Light Style 1 - Accent 3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3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3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95388" autoAdjust="0"/>
  </p:normalViewPr>
  <p:slideViewPr>
    <p:cSldViewPr snapToGrid="0" snapToObjects="1">
      <p:cViewPr varScale="1">
        <p:scale>
          <a:sx n="78" d="100"/>
          <a:sy n="78" d="100"/>
        </p:scale>
        <p:origin x="878" y="67"/>
      </p:cViewPr>
      <p:guideLst>
        <p:guide orient="horz" pos="2616"/>
        <p:guide orient="horz" pos="3264"/>
        <p:guide pos="6912"/>
        <p:guide orient="horz"/>
        <p:guide orient="horz" pos="4008"/>
        <p:guide orient="horz" pos="2352"/>
        <p:guide pos="6696"/>
        <p:guide pos="2136"/>
        <p:guide pos="2760"/>
        <p:guide pos="3288"/>
        <p:guide pos="4032"/>
        <p:guide pos="4392"/>
        <p:guide pos="4944"/>
        <p:guide pos="5544"/>
        <p:guide pos="6072"/>
        <p:guide orient="horz" pos="2448"/>
        <p:guide pos="5256"/>
        <p:guide pos="7261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notesViewPr>
    <p:cSldViewPr snapToGrid="0" snapToObjects="1">
      <p:cViewPr varScale="1">
        <p:scale>
          <a:sx n="25" d="100"/>
          <a:sy n="25" d="100"/>
        </p:scale>
        <p:origin x="3480" y="72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viewProps" Target="viewProps.xml"/><Relationship Id="rId3" Type="http://schemas.openxmlformats.org/officeDocument/2006/relationships/customXml" Target="../customXml/item3.xml"/><Relationship Id="rId21" Type="http://schemas.microsoft.com/office/2018/10/relationships/authors" Target="authors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presProps" Target="presProps.xml"/><Relationship Id="rId2" Type="http://schemas.openxmlformats.org/officeDocument/2006/relationships/customXml" Target="../customXml/item2.xml"/><Relationship Id="rId16" Type="http://schemas.openxmlformats.org/officeDocument/2006/relationships/handoutMaster" Target="handoutMasters/handoutMaster1.xml"/><Relationship Id="rId20" Type="http://schemas.openxmlformats.org/officeDocument/2006/relationships/tableStyles" Target="tableStyles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5" Type="http://schemas.openxmlformats.org/officeDocument/2006/relationships/slide" Target="slides/slide1.xml"/><Relationship Id="rId15" Type="http://schemas.openxmlformats.org/officeDocument/2006/relationships/notesMaster" Target="notesMasters/notesMaster1.xml"/><Relationship Id="rId10" Type="http://schemas.openxmlformats.org/officeDocument/2006/relationships/slide" Target="slides/slide6.xml"/><Relationship Id="rId19" Type="http://schemas.openxmlformats.org/officeDocument/2006/relationships/theme" Target="theme/theme1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22426ABF-A8C0-D94B-8DA4-89B3D95177FD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5943600" cy="1222375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F73E1C36-C21F-0B70-27E7-5B59DAE27561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7769225" y="0"/>
            <a:ext cx="5943600" cy="1222375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A970FB6-164E-0840-A35B-09E9F3D45F76}" type="datetimeyyyy">
              <a:rPr lang="en-US" smtClean="0"/>
              <a:t>2025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E5942066-244B-8673-5E9A-26E4265AD0B2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23161625"/>
            <a:ext cx="5943600" cy="122237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530EE97-1F54-6631-A4BB-FD938296488E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7769225" y="23161625"/>
            <a:ext cx="5943600" cy="122237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20BD0AB-C59E-4A46-83D3-F07787446BA0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33783596"/>
      </p:ext>
    </p:extLst>
  </p:cSld>
  <p:clrMap bg1="lt1" tx1="dk1" bg2="lt2" tx2="dk2" accent1="accent1" accent2="accent2" accent3="accent3" accent4="accent4" accent5="accent5" accent6="accent6" hlink="hlink" folHlink="folHlink"/>
  <p:hf hdr="0" ftr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780866786"/>
      </p:ext>
    </p:extLst>
  </p:cSld>
  <p:clrMap bg1="lt1" tx1="dk1" bg2="lt2" tx2="dk2" accent1="accent1" accent2="accent2" accent3="accent3" accent4="accent4" accent5="accent5" accent6="accent6" hlink="hlink" folHlink="folHlink"/>
  <p:hf hdr="0" ftr="0"/>
  <p:notesStyle>
    <a:lvl1pPr marL="0" algn="l" defTabSz="457200" rtl="0" eaLnBrk="1" latinLnBrk="0" hangingPunct="1">
      <a:defRPr sz="600" kern="1200">
        <a:solidFill>
          <a:schemeClr val="tx1"/>
        </a:solidFill>
        <a:latin typeface="+mn-lt"/>
        <a:ea typeface="+mn-ea"/>
        <a:cs typeface="+mn-cs"/>
      </a:defRPr>
    </a:lvl1pPr>
    <a:lvl2pPr marL="228600" algn="l" defTabSz="457200" rtl="0" eaLnBrk="1" latinLnBrk="0" hangingPunct="1">
      <a:defRPr sz="600" kern="1200">
        <a:solidFill>
          <a:schemeClr val="tx1"/>
        </a:solidFill>
        <a:latin typeface="+mn-lt"/>
        <a:ea typeface="+mn-ea"/>
        <a:cs typeface="+mn-cs"/>
      </a:defRPr>
    </a:lvl2pPr>
    <a:lvl3pPr marL="457200" algn="l" defTabSz="457200" rtl="0" eaLnBrk="1" latinLnBrk="0" hangingPunct="1">
      <a:defRPr sz="600" kern="1200">
        <a:solidFill>
          <a:schemeClr val="tx1"/>
        </a:solidFill>
        <a:latin typeface="+mn-lt"/>
        <a:ea typeface="+mn-ea"/>
        <a:cs typeface="+mn-cs"/>
      </a:defRPr>
    </a:lvl3pPr>
    <a:lvl4pPr marL="685800" algn="l" defTabSz="457200" rtl="0" eaLnBrk="1" latinLnBrk="0" hangingPunct="1">
      <a:defRPr sz="600" kern="1200">
        <a:solidFill>
          <a:schemeClr val="tx1"/>
        </a:solidFill>
        <a:latin typeface="+mn-lt"/>
        <a:ea typeface="+mn-ea"/>
        <a:cs typeface="+mn-cs"/>
      </a:defRPr>
    </a:lvl4pPr>
    <a:lvl5pPr marL="914400" algn="l" defTabSz="457200" rtl="0" eaLnBrk="1" latinLnBrk="0" hangingPunct="1">
      <a:defRPr sz="600" kern="1200">
        <a:solidFill>
          <a:schemeClr val="tx1"/>
        </a:solidFill>
        <a:latin typeface="+mn-lt"/>
        <a:ea typeface="+mn-ea"/>
        <a:cs typeface="+mn-cs"/>
      </a:defRPr>
    </a:lvl5pPr>
    <a:lvl6pPr marL="1143000" algn="l" defTabSz="457200" rtl="0" eaLnBrk="1" latinLnBrk="0" hangingPunct="1">
      <a:defRPr sz="600" kern="1200">
        <a:solidFill>
          <a:schemeClr val="tx1"/>
        </a:solidFill>
        <a:latin typeface="+mn-lt"/>
        <a:ea typeface="+mn-ea"/>
        <a:cs typeface="+mn-cs"/>
      </a:defRPr>
    </a:lvl6pPr>
    <a:lvl7pPr marL="1371600" algn="l" defTabSz="457200" rtl="0" eaLnBrk="1" latinLnBrk="0" hangingPunct="1">
      <a:defRPr sz="600" kern="1200">
        <a:solidFill>
          <a:schemeClr val="tx1"/>
        </a:solidFill>
        <a:latin typeface="+mn-lt"/>
        <a:ea typeface="+mn-ea"/>
        <a:cs typeface="+mn-cs"/>
      </a:defRPr>
    </a:lvl7pPr>
    <a:lvl8pPr marL="1600200" algn="l" defTabSz="457200" rtl="0" eaLnBrk="1" latinLnBrk="0" hangingPunct="1">
      <a:defRPr sz="600" kern="1200">
        <a:solidFill>
          <a:schemeClr val="tx1"/>
        </a:solidFill>
        <a:latin typeface="+mn-lt"/>
        <a:ea typeface="+mn-ea"/>
        <a:cs typeface="+mn-cs"/>
      </a:defRPr>
    </a:lvl8pPr>
    <a:lvl9pPr marL="1828800" algn="l" defTabSz="457200" rtl="0" eaLnBrk="1" latinLnBrk="0" hangingPunct="1">
      <a:defRPr sz="6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-457200" y="3048000"/>
            <a:ext cx="14630400" cy="82296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>
          <a:xfrm>
            <a:off x="1371600" y="11734800"/>
            <a:ext cx="10972800" cy="9601200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97654815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C8A26DE-D8AD-4FCF-7818-4A0365CCE8D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E0399609-A8BC-6558-075F-1E583A06134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-457200" y="3048000"/>
            <a:ext cx="14630400" cy="82296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3231DBD2-A5D4-0E69-2AFB-54D54C52065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371600" y="11734800"/>
            <a:ext cx="10972800" cy="9601200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75125890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106A8DF-3E6D-E6EB-EF78-73E297F7E77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85580525-DBC6-9EA4-0CE6-E861B1801AD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-457200" y="3048000"/>
            <a:ext cx="14630400" cy="82296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4F37C9FC-131F-03F4-0F1A-06AC585C3EA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371600" y="11734800"/>
            <a:ext cx="10972800" cy="9601200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47758835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9241BF4-2D23-485F-BE9C-45E0EE9B199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CA6196DE-CC38-129B-F69F-CF58CFAACCF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-457200" y="3048000"/>
            <a:ext cx="14630400" cy="82296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94C8FD40-CAE7-89D9-362A-4B76151EF50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371600" y="11734800"/>
            <a:ext cx="10972800" cy="9601200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3739844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963EB51-2BB2-2EF2-C872-842B65D4D16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0BA98999-B61C-2814-D89F-57C2D5F1F8E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-457200" y="3048000"/>
            <a:ext cx="14630400" cy="82296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3D173079-D22F-8E26-5E1E-58F0C686D0A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371600" y="11734800"/>
            <a:ext cx="10972800" cy="9601200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26110137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C4357B8-1146-AFA0-FF1B-5FEAA95F0F3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676F02F0-382F-F41D-C313-FA89EFB7218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-457200" y="3048000"/>
            <a:ext cx="14630400" cy="82296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0950E726-2B64-CD14-3C09-61B87CA3654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371600" y="11734800"/>
            <a:ext cx="10972800" cy="9601200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17171027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02DFD94-0323-C534-9F26-48FAE3397C9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25C3DE47-BD7E-1AB1-AF36-8C89ECAFAC0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-457200" y="3048000"/>
            <a:ext cx="14630400" cy="82296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8D05297D-2AB4-C3A5-E969-1DB56C138D1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371600" y="11734800"/>
            <a:ext cx="10972800" cy="9601200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83017626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53A419B-4DB0-DE3A-B1E5-42F4F59F317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D2A22332-56CF-1AC3-0AE4-F9CD695CC8D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-457200" y="3048000"/>
            <a:ext cx="14630400" cy="82296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8A01356B-9541-7B33-62E5-8B3E21452D1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371600" y="11734800"/>
            <a:ext cx="10972800" cy="9601200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87195558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9434A29-DB19-B0D3-FC6E-87B9BE3CBC9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1E62F2AD-AB58-A4BE-2095-CB87DE34696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-457200" y="3048000"/>
            <a:ext cx="14630400" cy="82296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887A110A-2474-1A66-0B98-40AE6A9AF77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371600" y="11734800"/>
            <a:ext cx="10972800" cy="9601200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5713300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-457200" y="3048000"/>
            <a:ext cx="14630400" cy="82296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>
          <a:xfrm>
            <a:off x="1371600" y="11734800"/>
            <a:ext cx="10972800" cy="9601200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3130747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4.svg"/><Relationship Id="rId4" Type="http://schemas.openxmlformats.org/officeDocument/2006/relationships/image" Target="../media/image3.png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sv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svg"/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10.svg"/><Relationship Id="rId4" Type="http://schemas.openxmlformats.org/officeDocument/2006/relationships/image" Target="../media/image9.png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svg"/><Relationship Id="rId2" Type="http://schemas.openxmlformats.org/officeDocument/2006/relationships/image" Target="../media/image11.pn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Image 0">
            <a:extLst>
              <a:ext uri="{FF2B5EF4-FFF2-40B4-BE49-F238E27FC236}">
                <a16:creationId xmlns:a16="http://schemas.microsoft.com/office/drawing/2014/main" id="{BA5D5A72-CB6F-F8DE-E2C9-90459C8C3DC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0"/>
            <a:ext cx="5295900" cy="6877050"/>
          </a:xfrm>
          <a:custGeom>
            <a:avLst/>
            <a:gdLst>
              <a:gd name="connsiteX0" fmla="*/ 0 w 5295900"/>
              <a:gd name="connsiteY0" fmla="*/ 0 h 6877050"/>
              <a:gd name="connsiteX1" fmla="*/ 5295900 w 5295900"/>
              <a:gd name="connsiteY1" fmla="*/ 0 h 6877050"/>
              <a:gd name="connsiteX2" fmla="*/ 5295900 w 5295900"/>
              <a:gd name="connsiteY2" fmla="*/ 6877050 h 6877050"/>
              <a:gd name="connsiteX3" fmla="*/ 0 w 5295900"/>
              <a:gd name="connsiteY3" fmla="*/ 6877050 h 68770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5295900" h="6877050">
                <a:moveTo>
                  <a:pt x="0" y="0"/>
                </a:moveTo>
                <a:lnTo>
                  <a:pt x="5295900" y="0"/>
                </a:lnTo>
                <a:lnTo>
                  <a:pt x="5295900" y="6877050"/>
                </a:lnTo>
                <a:lnTo>
                  <a:pt x="0" y="6877050"/>
                </a:lnTo>
                <a:close/>
              </a:path>
            </a:pathLst>
          </a:custGeom>
          <a:solidFill>
            <a:schemeClr val="accent3"/>
          </a:solidFill>
          <a:ln w="4763" cap="flat">
            <a:noFill/>
            <a:prstDash val="solid"/>
            <a:miter/>
          </a:ln>
        </p:spPr>
        <p:txBody>
          <a:bodyPr rtlCol="0" anchor="ctr">
            <a:noAutofit/>
          </a:bodyPr>
          <a:lstStyle/>
          <a:p>
            <a:endParaRPr lang="en-US" dirty="0"/>
          </a:p>
        </p:txBody>
      </p:sp>
      <p:sp>
        <p:nvSpPr>
          <p:cNvPr id="20" name="Freeform: Shape 19">
            <a:extLst>
              <a:ext uri="{FF2B5EF4-FFF2-40B4-BE49-F238E27FC236}">
                <a16:creationId xmlns:a16="http://schemas.microsoft.com/office/drawing/2014/main" id="{E66FD7FF-2869-7902-36B2-2B229AB9AB1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1500188" y="1173106"/>
            <a:ext cx="9191625" cy="5704772"/>
          </a:xfrm>
          <a:custGeom>
            <a:avLst/>
            <a:gdLst>
              <a:gd name="connsiteX0" fmla="*/ 4595813 w 9191625"/>
              <a:gd name="connsiteY0" fmla="*/ 0 h 5704772"/>
              <a:gd name="connsiteX1" fmla="*/ 9191625 w 9191625"/>
              <a:gd name="connsiteY1" fmla="*/ 4592108 h 5704772"/>
              <a:gd name="connsiteX2" fmla="*/ 9191625 w 9191625"/>
              <a:gd name="connsiteY2" fmla="*/ 5704772 h 5704772"/>
              <a:gd name="connsiteX3" fmla="*/ 0 w 9191625"/>
              <a:gd name="connsiteY3" fmla="*/ 5704772 h 5704772"/>
              <a:gd name="connsiteX4" fmla="*/ 0 w 9191625"/>
              <a:gd name="connsiteY4" fmla="*/ 4592108 h 5704772"/>
              <a:gd name="connsiteX5" fmla="*/ 4595813 w 9191625"/>
              <a:gd name="connsiteY5" fmla="*/ 0 h 570477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9191625" h="5704772">
                <a:moveTo>
                  <a:pt x="4595813" y="0"/>
                </a:moveTo>
                <a:cubicBezTo>
                  <a:pt x="7133987" y="0"/>
                  <a:pt x="9191625" y="2055957"/>
                  <a:pt x="9191625" y="4592108"/>
                </a:cubicBezTo>
                <a:lnTo>
                  <a:pt x="9191625" y="5704772"/>
                </a:lnTo>
                <a:lnTo>
                  <a:pt x="0" y="5704772"/>
                </a:lnTo>
                <a:lnTo>
                  <a:pt x="0" y="4592108"/>
                </a:lnTo>
                <a:cubicBezTo>
                  <a:pt x="0" y="2055957"/>
                  <a:pt x="2057614" y="0"/>
                  <a:pt x="4595813" y="0"/>
                </a:cubicBezTo>
                <a:close/>
              </a:path>
            </a:pathLst>
          </a:custGeom>
          <a:solidFill>
            <a:schemeClr val="accent6"/>
          </a:solidFill>
          <a:ln w="4763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18" name="Freeform: Shape 17">
            <a:extLst>
              <a:ext uri="{FF2B5EF4-FFF2-40B4-BE49-F238E27FC236}">
                <a16:creationId xmlns:a16="http://schemas.microsoft.com/office/drawing/2014/main" id="{B1457C88-4472-81CF-02AF-4421E0A3084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2694429" y="0"/>
            <a:ext cx="6803142" cy="5396474"/>
          </a:xfrm>
          <a:custGeom>
            <a:avLst/>
            <a:gdLst>
              <a:gd name="connsiteX0" fmla="*/ 0 w 6803142"/>
              <a:gd name="connsiteY0" fmla="*/ 0 h 5396474"/>
              <a:gd name="connsiteX1" fmla="*/ 6803142 w 6803142"/>
              <a:gd name="connsiteY1" fmla="*/ 0 h 5396474"/>
              <a:gd name="connsiteX2" fmla="*/ 6803142 w 6803142"/>
              <a:gd name="connsiteY2" fmla="*/ 1997094 h 5396474"/>
              <a:gd name="connsiteX3" fmla="*/ 3401576 w 6803142"/>
              <a:gd name="connsiteY3" fmla="*/ 5396474 h 5396474"/>
              <a:gd name="connsiteX4" fmla="*/ 0 w 6803142"/>
              <a:gd name="connsiteY4" fmla="*/ 1997094 h 539647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6803142" h="5396474">
                <a:moveTo>
                  <a:pt x="0" y="0"/>
                </a:moveTo>
                <a:lnTo>
                  <a:pt x="6803142" y="0"/>
                </a:lnTo>
                <a:lnTo>
                  <a:pt x="6803142" y="1997094"/>
                </a:lnTo>
                <a:cubicBezTo>
                  <a:pt x="6803142" y="3874511"/>
                  <a:pt x="5280228" y="5396474"/>
                  <a:pt x="3401576" y="5396474"/>
                </a:cubicBezTo>
                <a:cubicBezTo>
                  <a:pt x="1522938" y="5396474"/>
                  <a:pt x="0" y="3874511"/>
                  <a:pt x="0" y="1997094"/>
                </a:cubicBezTo>
                <a:close/>
              </a:path>
            </a:pathLst>
          </a:custGeom>
          <a:solidFill>
            <a:schemeClr val="bg1">
              <a:alpha val="99000"/>
            </a:schemeClr>
          </a:solidFill>
          <a:ln w="4759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2" name="Title 1"/>
          <p:cNvSpPr>
            <a:spLocks noGrp="1"/>
          </p:cNvSpPr>
          <p:nvPr>
            <p:ph type="ctrTitle" hasCustomPrompt="1"/>
          </p:nvPr>
        </p:nvSpPr>
        <p:spPr>
          <a:xfrm>
            <a:off x="2899790" y="810227"/>
            <a:ext cx="6392421" cy="3831221"/>
          </a:xfrm>
        </p:spPr>
        <p:txBody>
          <a:bodyPr tIns="0" bIns="0" anchor="ctr" anchorCtr="0">
            <a:noAutofit/>
          </a:bodyPr>
          <a:lstStyle>
            <a:lvl1pPr algn="ctr">
              <a:lnSpc>
                <a:spcPct val="100000"/>
              </a:lnSpc>
              <a:defRPr sz="3600"/>
            </a:lvl1pPr>
          </a:lstStyle>
          <a:p>
            <a:r>
              <a:rPr lang="en-US" dirty="0"/>
              <a:t>Click to add title</a:t>
            </a:r>
          </a:p>
        </p:txBody>
      </p:sp>
    </p:spTree>
    <p:extLst>
      <p:ext uri="{BB962C8B-B14F-4D97-AF65-F5344CB8AC3E}">
        <p14:creationId xmlns:p14="http://schemas.microsoft.com/office/powerpoint/2010/main" val="2631799807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Group 5">
            <a:extLst>
              <a:ext uri="{FF2B5EF4-FFF2-40B4-BE49-F238E27FC236}">
                <a16:creationId xmlns:a16="http://schemas.microsoft.com/office/drawing/2014/main" id="{75923D9E-9381-3D11-B31A-1BF5C97F35B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>
            <a:off x="6452303" y="3405019"/>
            <a:ext cx="5739697" cy="3467971"/>
            <a:chOff x="5009037" y="2525712"/>
            <a:chExt cx="7170193" cy="4332288"/>
          </a:xfrm>
        </p:grpSpPr>
        <p:sp>
          <p:nvSpPr>
            <p:cNvPr id="7" name="Freeform 7">
              <a:extLst>
                <a:ext uri="{FF2B5EF4-FFF2-40B4-BE49-F238E27FC236}">
                  <a16:creationId xmlns:a16="http://schemas.microsoft.com/office/drawing/2014/main" id="{89E777D0-3240-08CE-6B6C-B33B910B8490}"/>
                </a:ext>
              </a:extLst>
            </p:cNvPr>
            <p:cNvSpPr>
              <a:spLocks/>
            </p:cNvSpPr>
            <p:nvPr/>
          </p:nvSpPr>
          <p:spPr bwMode="auto">
            <a:xfrm>
              <a:off x="5009037" y="2525712"/>
              <a:ext cx="3601721" cy="4332288"/>
            </a:xfrm>
            <a:custGeom>
              <a:avLst/>
              <a:gdLst>
                <a:gd name="T0" fmla="*/ 1198 w 1198"/>
                <a:gd name="T1" fmla="*/ 0 h 1441"/>
                <a:gd name="T2" fmla="*/ 0 w 1198"/>
                <a:gd name="T3" fmla="*/ 1441 h 1441"/>
                <a:gd name="T4" fmla="*/ 1198 w 1198"/>
                <a:gd name="T5" fmla="*/ 1441 h 1441"/>
                <a:gd name="T6" fmla="*/ 1198 w 1198"/>
                <a:gd name="T7" fmla="*/ 0 h 144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198" h="1441">
                  <a:moveTo>
                    <a:pt x="1198" y="0"/>
                  </a:moveTo>
                  <a:lnTo>
                    <a:pt x="0" y="1441"/>
                  </a:lnTo>
                  <a:lnTo>
                    <a:pt x="1198" y="1441"/>
                  </a:lnTo>
                  <a:lnTo>
                    <a:pt x="1198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  <a:noAutofit/>
            </a:bodyPr>
            <a:lstStyle/>
            <a:p>
              <a:endParaRPr lang="en-US" dirty="0"/>
            </a:p>
          </p:txBody>
        </p:sp>
        <p:sp>
          <p:nvSpPr>
            <p:cNvPr id="8" name="Freeform 6">
              <a:extLst>
                <a:ext uri="{FF2B5EF4-FFF2-40B4-BE49-F238E27FC236}">
                  <a16:creationId xmlns:a16="http://schemas.microsoft.com/office/drawing/2014/main" id="{EFEA81A2-6893-518C-6AF3-37C987789C86}"/>
                </a:ext>
              </a:extLst>
            </p:cNvPr>
            <p:cNvSpPr>
              <a:spLocks/>
            </p:cNvSpPr>
            <p:nvPr/>
          </p:nvSpPr>
          <p:spPr bwMode="auto">
            <a:xfrm>
              <a:off x="8589536" y="2525712"/>
              <a:ext cx="3589694" cy="4332288"/>
            </a:xfrm>
            <a:custGeom>
              <a:avLst/>
              <a:gdLst>
                <a:gd name="T0" fmla="*/ 0 w 1194"/>
                <a:gd name="T1" fmla="*/ 0 h 1441"/>
                <a:gd name="T2" fmla="*/ 1194 w 1194"/>
                <a:gd name="T3" fmla="*/ 1441 h 1441"/>
                <a:gd name="T4" fmla="*/ 0 w 1194"/>
                <a:gd name="T5" fmla="*/ 1441 h 1441"/>
                <a:gd name="T6" fmla="*/ 0 w 1194"/>
                <a:gd name="T7" fmla="*/ 0 h 144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194" h="1441">
                  <a:moveTo>
                    <a:pt x="0" y="0"/>
                  </a:moveTo>
                  <a:lnTo>
                    <a:pt x="1194" y="1441"/>
                  </a:lnTo>
                  <a:lnTo>
                    <a:pt x="0" y="144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  <a:noAutofit/>
            </a:bodyPr>
            <a:lstStyle/>
            <a:p>
              <a:endParaRPr lang="en-US" dirty="0"/>
            </a:p>
          </p:txBody>
        </p:sp>
      </p:grpSp>
      <p:grpSp>
        <p:nvGrpSpPr>
          <p:cNvPr id="9" name="Group 8">
            <a:extLst>
              <a:ext uri="{FF2B5EF4-FFF2-40B4-BE49-F238E27FC236}">
                <a16:creationId xmlns:a16="http://schemas.microsoft.com/office/drawing/2014/main" id="{0F297964-0B81-31DC-6D6D-1414832238B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 flipH="1" flipV="1">
            <a:off x="6465610" y="0"/>
            <a:ext cx="5739697" cy="3467971"/>
            <a:chOff x="5183405" y="2678112"/>
            <a:chExt cx="7170193" cy="4332288"/>
          </a:xfrm>
        </p:grpSpPr>
        <p:sp>
          <p:nvSpPr>
            <p:cNvPr id="10" name="Freeform 7">
              <a:extLst>
                <a:ext uri="{FF2B5EF4-FFF2-40B4-BE49-F238E27FC236}">
                  <a16:creationId xmlns:a16="http://schemas.microsoft.com/office/drawing/2014/main" id="{CE4FDB43-7466-4B74-330E-836DA9504C90}"/>
                </a:ext>
              </a:extLst>
            </p:cNvPr>
            <p:cNvSpPr>
              <a:spLocks/>
            </p:cNvSpPr>
            <p:nvPr/>
          </p:nvSpPr>
          <p:spPr bwMode="auto">
            <a:xfrm>
              <a:off x="5183405" y="2678112"/>
              <a:ext cx="3601721" cy="4332288"/>
            </a:xfrm>
            <a:custGeom>
              <a:avLst/>
              <a:gdLst>
                <a:gd name="T0" fmla="*/ 1198 w 1198"/>
                <a:gd name="T1" fmla="*/ 0 h 1441"/>
                <a:gd name="T2" fmla="*/ 0 w 1198"/>
                <a:gd name="T3" fmla="*/ 1441 h 1441"/>
                <a:gd name="T4" fmla="*/ 1198 w 1198"/>
                <a:gd name="T5" fmla="*/ 1441 h 1441"/>
                <a:gd name="T6" fmla="*/ 1198 w 1198"/>
                <a:gd name="T7" fmla="*/ 0 h 144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198" h="1441">
                  <a:moveTo>
                    <a:pt x="1198" y="0"/>
                  </a:moveTo>
                  <a:lnTo>
                    <a:pt x="0" y="1441"/>
                  </a:lnTo>
                  <a:lnTo>
                    <a:pt x="1198" y="1441"/>
                  </a:lnTo>
                  <a:lnTo>
                    <a:pt x="1198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  <a:noAutofit/>
            </a:bodyPr>
            <a:lstStyle/>
            <a:p>
              <a:endParaRPr lang="en-US" dirty="0"/>
            </a:p>
          </p:txBody>
        </p:sp>
        <p:sp>
          <p:nvSpPr>
            <p:cNvPr id="11" name="Freeform 6">
              <a:extLst>
                <a:ext uri="{FF2B5EF4-FFF2-40B4-BE49-F238E27FC236}">
                  <a16:creationId xmlns:a16="http://schemas.microsoft.com/office/drawing/2014/main" id="{2EA39DB9-F1B4-F4E9-CF4D-717B0CD747DA}"/>
                </a:ext>
              </a:extLst>
            </p:cNvPr>
            <p:cNvSpPr>
              <a:spLocks/>
            </p:cNvSpPr>
            <p:nvPr/>
          </p:nvSpPr>
          <p:spPr bwMode="auto">
            <a:xfrm>
              <a:off x="8763903" y="2678112"/>
              <a:ext cx="3589695" cy="4332288"/>
            </a:xfrm>
            <a:custGeom>
              <a:avLst/>
              <a:gdLst>
                <a:gd name="T0" fmla="*/ 0 w 1194"/>
                <a:gd name="T1" fmla="*/ 0 h 1441"/>
                <a:gd name="T2" fmla="*/ 1194 w 1194"/>
                <a:gd name="T3" fmla="*/ 1441 h 1441"/>
                <a:gd name="T4" fmla="*/ 0 w 1194"/>
                <a:gd name="T5" fmla="*/ 1441 h 1441"/>
                <a:gd name="T6" fmla="*/ 0 w 1194"/>
                <a:gd name="T7" fmla="*/ 0 h 144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194" h="1441">
                  <a:moveTo>
                    <a:pt x="0" y="0"/>
                  </a:moveTo>
                  <a:lnTo>
                    <a:pt x="1194" y="1441"/>
                  </a:lnTo>
                  <a:lnTo>
                    <a:pt x="0" y="144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  <a:noAutofit/>
            </a:bodyPr>
            <a:lstStyle/>
            <a:p>
              <a:endParaRPr lang="en-US" dirty="0"/>
            </a:p>
          </p:txBody>
        </p:sp>
      </p:grpSp>
      <p:sp>
        <p:nvSpPr>
          <p:cNvPr id="14" name="Image 2">
            <a:extLst>
              <a:ext uri="{FF2B5EF4-FFF2-40B4-BE49-F238E27FC236}">
                <a16:creationId xmlns:a16="http://schemas.microsoft.com/office/drawing/2014/main" id="{EFFAEAD9-58A9-096B-C6D0-58F7AD08EB2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7642518" y="4577658"/>
            <a:ext cx="775021" cy="775021"/>
          </a:xfrm>
          <a:custGeom>
            <a:avLst/>
            <a:gdLst>
              <a:gd name="connsiteX0" fmla="*/ 387511 w 775021"/>
              <a:gd name="connsiteY0" fmla="*/ 775021 h 775021"/>
              <a:gd name="connsiteX1" fmla="*/ 775021 w 775021"/>
              <a:gd name="connsiteY1" fmla="*/ 387511 h 775021"/>
              <a:gd name="connsiteX2" fmla="*/ 387511 w 775021"/>
              <a:gd name="connsiteY2" fmla="*/ 0 h 775021"/>
              <a:gd name="connsiteX3" fmla="*/ 0 w 775021"/>
              <a:gd name="connsiteY3" fmla="*/ 387511 h 775021"/>
              <a:gd name="connsiteX4" fmla="*/ 387511 w 775021"/>
              <a:gd name="connsiteY4" fmla="*/ 775021 h 77502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775021" h="775021">
                <a:moveTo>
                  <a:pt x="387511" y="775021"/>
                </a:moveTo>
                <a:cubicBezTo>
                  <a:pt x="601527" y="775021"/>
                  <a:pt x="775021" y="601527"/>
                  <a:pt x="775021" y="387511"/>
                </a:cubicBezTo>
                <a:cubicBezTo>
                  <a:pt x="775021" y="173494"/>
                  <a:pt x="601527" y="0"/>
                  <a:pt x="387511" y="0"/>
                </a:cubicBezTo>
                <a:cubicBezTo>
                  <a:pt x="173494" y="0"/>
                  <a:pt x="0" y="173494"/>
                  <a:pt x="0" y="387511"/>
                </a:cubicBezTo>
                <a:cubicBezTo>
                  <a:pt x="0" y="601527"/>
                  <a:pt x="173494" y="775021"/>
                  <a:pt x="387511" y="775021"/>
                </a:cubicBezTo>
                <a:close/>
              </a:path>
            </a:pathLst>
          </a:custGeom>
          <a:solidFill>
            <a:schemeClr val="accent6"/>
          </a:solidFill>
          <a:ln w="3801" cap="flat">
            <a:noFill/>
            <a:prstDash val="solid"/>
            <a:miter/>
          </a:ln>
        </p:spPr>
        <p:txBody>
          <a:bodyPr rtlCol="0" anchor="ctr">
            <a:noAutofit/>
          </a:bodyPr>
          <a:lstStyle/>
          <a:p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9A1CFBBA-B680-A6A7-3C4B-5FEAC4253283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914400" y="1057274"/>
            <a:ext cx="6583680" cy="1531357"/>
          </a:xfrm>
        </p:spPr>
        <p:txBody>
          <a:bodyPr tIns="0" bIns="0">
            <a:noAutofit/>
          </a:bodyPr>
          <a:lstStyle>
            <a:lvl1pPr algn="l">
              <a:lnSpc>
                <a:spcPct val="100000"/>
              </a:lnSpc>
              <a:defRPr sz="3600"/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13" name="Content Placeholder 2">
            <a:extLst>
              <a:ext uri="{FF2B5EF4-FFF2-40B4-BE49-F238E27FC236}">
                <a16:creationId xmlns:a16="http://schemas.microsoft.com/office/drawing/2014/main" id="{72386C43-DD10-E892-08AD-D6F4AE9617DD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914400" y="2834640"/>
            <a:ext cx="6583680" cy="3207344"/>
          </a:xfrm>
        </p:spPr>
        <p:txBody>
          <a:bodyPr lIns="91440" tIns="0" rIns="91440" bIns="0">
            <a:normAutofit/>
          </a:bodyPr>
          <a:lstStyle>
            <a:lvl1pPr marL="0" indent="0">
              <a:lnSpc>
                <a:spcPct val="150000"/>
              </a:lnSpc>
              <a:spcBef>
                <a:spcPts val="0"/>
              </a:spcBef>
              <a:buNone/>
              <a:defRPr sz="2400"/>
            </a:lvl1pPr>
            <a:lvl2pPr marL="347472">
              <a:lnSpc>
                <a:spcPct val="150000"/>
              </a:lnSpc>
              <a:spcBef>
                <a:spcPts val="0"/>
              </a:spcBef>
              <a:defRPr sz="2000"/>
            </a:lvl2pPr>
            <a:lvl3pPr marL="685800">
              <a:lnSpc>
                <a:spcPct val="150000"/>
              </a:lnSpc>
              <a:spcBef>
                <a:spcPts val="0"/>
              </a:spcBef>
              <a:defRPr sz="1800"/>
            </a:lvl3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71114D1E-7749-DD58-8782-318E4F679DE0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10358437" y="457199"/>
            <a:ext cx="1067589" cy="471489"/>
          </a:xfrm>
        </p:spPr>
        <p:txBody>
          <a:bodyPr/>
          <a:lstStyle>
            <a:lvl1pPr>
              <a:defRPr sz="1600">
                <a:latin typeface="+mj-lt"/>
              </a:defRPr>
            </a:lvl1pPr>
          </a:lstStyle>
          <a:p>
            <a:fld id="{48F63A3B-78C7-47BE-AE5E-E10140E04643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3396450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ntroduction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7537D12D-0FCA-3396-988D-452D3D526E3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-24064" y="3390900"/>
            <a:ext cx="12216063" cy="34671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endParaRPr lang="en-US" sz="450" dirty="0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11710CE8-8A83-C0D3-623E-AFCC6C6A293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443346" y="332509"/>
            <a:ext cx="11305309" cy="6026727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600" dirty="0"/>
          </a:p>
        </p:txBody>
      </p:sp>
      <p:grpSp>
        <p:nvGrpSpPr>
          <p:cNvPr id="18" name="Group 17">
            <a:extLst>
              <a:ext uri="{FF2B5EF4-FFF2-40B4-BE49-F238E27FC236}">
                <a16:creationId xmlns:a16="http://schemas.microsoft.com/office/drawing/2014/main" id="{7AA66C80-37C3-6D28-7564-733A30B2CD8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 flipH="1">
            <a:off x="9353550" y="0"/>
            <a:ext cx="2838450" cy="2857958"/>
            <a:chOff x="0" y="0"/>
            <a:chExt cx="2838450" cy="2857958"/>
          </a:xfrm>
        </p:grpSpPr>
        <p:sp>
          <p:nvSpPr>
            <p:cNvPr id="12" name="Freeform: Shape 28">
              <a:extLst>
                <a:ext uri="{FF2B5EF4-FFF2-40B4-BE49-F238E27FC236}">
                  <a16:creationId xmlns:a16="http://schemas.microsoft.com/office/drawing/2014/main" id="{D9DB7C23-E0CF-A75F-BFFD-4E7679AF4AD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 userDrawn="1"/>
          </p:nvSpPr>
          <p:spPr>
            <a:xfrm>
              <a:off x="0" y="0"/>
              <a:ext cx="2838450" cy="2857958"/>
            </a:xfrm>
            <a:custGeom>
              <a:avLst/>
              <a:gdLst>
                <a:gd name="connsiteX0" fmla="*/ 1971005 w 2838450"/>
                <a:gd name="connsiteY0" fmla="*/ 0 h 2857958"/>
                <a:gd name="connsiteX1" fmla="*/ 2838450 w 2838450"/>
                <a:gd name="connsiteY1" fmla="*/ 0 h 2857958"/>
                <a:gd name="connsiteX2" fmla="*/ 2838450 w 2838450"/>
                <a:gd name="connsiteY2" fmla="*/ 7240 h 2857958"/>
                <a:gd name="connsiteX3" fmla="*/ 278890 w 2838450"/>
                <a:gd name="connsiteY3" fmla="*/ 2843883 h 2857958"/>
                <a:gd name="connsiteX4" fmla="*/ 0 w 2838450"/>
                <a:gd name="connsiteY4" fmla="*/ 2857958 h 2857958"/>
                <a:gd name="connsiteX5" fmla="*/ 0 w 2838450"/>
                <a:gd name="connsiteY5" fmla="*/ 1990580 h 2857958"/>
                <a:gd name="connsiteX6" fmla="*/ 190293 w 2838450"/>
                <a:gd name="connsiteY6" fmla="*/ 1980883 h 2857958"/>
                <a:gd name="connsiteX7" fmla="*/ 1960910 w 2838450"/>
                <a:gd name="connsiteY7" fmla="*/ 200390 h 285795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2838450" h="2857958">
                  <a:moveTo>
                    <a:pt x="1971005" y="0"/>
                  </a:moveTo>
                  <a:lnTo>
                    <a:pt x="2838450" y="0"/>
                  </a:lnTo>
                  <a:lnTo>
                    <a:pt x="2838450" y="7240"/>
                  </a:lnTo>
                  <a:cubicBezTo>
                    <a:pt x="2838450" y="1484015"/>
                    <a:pt x="1716931" y="2697914"/>
                    <a:pt x="278890" y="2843883"/>
                  </a:cubicBezTo>
                  <a:lnTo>
                    <a:pt x="0" y="2857958"/>
                  </a:lnTo>
                  <a:lnTo>
                    <a:pt x="0" y="1990580"/>
                  </a:lnTo>
                  <a:lnTo>
                    <a:pt x="190293" y="1980883"/>
                  </a:lnTo>
                  <a:cubicBezTo>
                    <a:pt x="1124600" y="1885128"/>
                    <a:pt x="1866185" y="1135788"/>
                    <a:pt x="1960910" y="20039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  <a:noAutofit/>
            </a:bodyPr>
            <a:lstStyle/>
            <a:p>
              <a:pPr lvl="0"/>
              <a:endParaRPr lang="en-US" dirty="0"/>
            </a:p>
          </p:txBody>
        </p:sp>
        <p:sp>
          <p:nvSpPr>
            <p:cNvPr id="15" name="Freeform: Shape 15">
              <a:extLst>
                <a:ext uri="{FF2B5EF4-FFF2-40B4-BE49-F238E27FC236}">
                  <a16:creationId xmlns:a16="http://schemas.microsoft.com/office/drawing/2014/main" id="{4D62A0CC-A0CE-403A-A167-27225B2C608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 userDrawn="1"/>
          </p:nvSpPr>
          <p:spPr>
            <a:xfrm>
              <a:off x="1" y="1"/>
              <a:ext cx="1003449" cy="1013015"/>
            </a:xfrm>
            <a:custGeom>
              <a:avLst/>
              <a:gdLst>
                <a:gd name="connsiteX0" fmla="*/ 0 w 1003449"/>
                <a:gd name="connsiteY0" fmla="*/ 0 h 1013015"/>
                <a:gd name="connsiteX1" fmla="*/ 1003449 w 1003449"/>
                <a:gd name="connsiteY1" fmla="*/ 0 h 1013015"/>
                <a:gd name="connsiteX2" fmla="*/ 998306 w 1003449"/>
                <a:gd name="connsiteY2" fmla="*/ 100639 h 1013015"/>
                <a:gd name="connsiteX3" fmla="*/ 90663 w 1003449"/>
                <a:gd name="connsiteY3" fmla="*/ 1008380 h 1013015"/>
                <a:gd name="connsiteX4" fmla="*/ 0 w 1003449"/>
                <a:gd name="connsiteY4" fmla="*/ 1013015 h 101301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003449" h="1013015">
                  <a:moveTo>
                    <a:pt x="0" y="0"/>
                  </a:moveTo>
                  <a:lnTo>
                    <a:pt x="1003449" y="0"/>
                  </a:lnTo>
                  <a:lnTo>
                    <a:pt x="998306" y="100639"/>
                  </a:lnTo>
                  <a:cubicBezTo>
                    <a:pt x="949402" y="576784"/>
                    <a:pt x="566756" y="959471"/>
                    <a:pt x="90663" y="1008380"/>
                  </a:cubicBezTo>
                  <a:lnTo>
                    <a:pt x="0" y="1013015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  <a:noAutofit/>
            </a:bodyPr>
            <a:lstStyle/>
            <a:p>
              <a:pPr lvl="0"/>
              <a:endParaRPr lang="en-US" dirty="0">
                <a:solidFill>
                  <a:schemeClr val="tx1"/>
                </a:solidFill>
              </a:endParaRPr>
            </a:p>
          </p:txBody>
        </p:sp>
        <p:sp>
          <p:nvSpPr>
            <p:cNvPr id="16" name="Image 2">
              <a:extLst>
                <a:ext uri="{FF2B5EF4-FFF2-40B4-BE49-F238E27FC236}">
                  <a16:creationId xmlns:a16="http://schemas.microsoft.com/office/drawing/2014/main" id="{F8AD83DA-A293-6D56-F606-7C98C403A3F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 userDrawn="1"/>
          </p:nvSpPr>
          <p:spPr>
            <a:xfrm>
              <a:off x="1458332" y="590133"/>
              <a:ext cx="775021" cy="775021"/>
            </a:xfrm>
            <a:custGeom>
              <a:avLst/>
              <a:gdLst>
                <a:gd name="connsiteX0" fmla="*/ 387511 w 775021"/>
                <a:gd name="connsiteY0" fmla="*/ 775021 h 775021"/>
                <a:gd name="connsiteX1" fmla="*/ 775021 w 775021"/>
                <a:gd name="connsiteY1" fmla="*/ 387511 h 775021"/>
                <a:gd name="connsiteX2" fmla="*/ 387511 w 775021"/>
                <a:gd name="connsiteY2" fmla="*/ 0 h 775021"/>
                <a:gd name="connsiteX3" fmla="*/ 0 w 775021"/>
                <a:gd name="connsiteY3" fmla="*/ 387511 h 775021"/>
                <a:gd name="connsiteX4" fmla="*/ 387511 w 775021"/>
                <a:gd name="connsiteY4" fmla="*/ 775021 h 77502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75021" h="775021">
                  <a:moveTo>
                    <a:pt x="387511" y="775021"/>
                  </a:moveTo>
                  <a:cubicBezTo>
                    <a:pt x="601527" y="775021"/>
                    <a:pt x="775021" y="601527"/>
                    <a:pt x="775021" y="387511"/>
                  </a:cubicBezTo>
                  <a:cubicBezTo>
                    <a:pt x="775021" y="173494"/>
                    <a:pt x="601527" y="0"/>
                    <a:pt x="387511" y="0"/>
                  </a:cubicBezTo>
                  <a:cubicBezTo>
                    <a:pt x="173494" y="0"/>
                    <a:pt x="0" y="173494"/>
                    <a:pt x="0" y="387511"/>
                  </a:cubicBezTo>
                  <a:cubicBezTo>
                    <a:pt x="0" y="601527"/>
                    <a:pt x="173494" y="775021"/>
                    <a:pt x="387511" y="775021"/>
                  </a:cubicBezTo>
                  <a:close/>
                </a:path>
              </a:pathLst>
            </a:custGeom>
            <a:solidFill>
              <a:schemeClr val="accent6"/>
            </a:solidFill>
            <a:ln w="3801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</p:grpSp>
      <p:sp>
        <p:nvSpPr>
          <p:cNvPr id="2" name="Title 1"/>
          <p:cNvSpPr>
            <a:spLocks noGrp="1"/>
          </p:cNvSpPr>
          <p:nvPr userDrawn="1">
            <p:ph type="title" hasCustomPrompt="1"/>
          </p:nvPr>
        </p:nvSpPr>
        <p:spPr>
          <a:xfrm>
            <a:off x="5702441" y="1061623"/>
            <a:ext cx="5723586" cy="4739104"/>
          </a:xfrm>
        </p:spPr>
        <p:txBody>
          <a:bodyPr tIns="0" bIns="0" anchor="ctr">
            <a:noAutofit/>
          </a:bodyPr>
          <a:lstStyle>
            <a:lvl1pPr algn="l">
              <a:lnSpc>
                <a:spcPct val="100000"/>
              </a:lnSpc>
              <a:defRPr sz="3600" b="1"/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8" name="Picture Placeholder 7">
            <a:extLst>
              <a:ext uri="{FF2B5EF4-FFF2-40B4-BE49-F238E27FC236}">
                <a16:creationId xmlns:a16="http://schemas.microsoft.com/office/drawing/2014/main" id="{E979AC40-7C15-9431-5B1A-415655A7FC05}"/>
              </a:ext>
            </a:extLst>
          </p:cNvPr>
          <p:cNvSpPr>
            <a:spLocks noGrp="1"/>
          </p:cNvSpPr>
          <p:nvPr>
            <p:ph type="pic" sz="quarter" idx="11" hasCustomPrompt="1"/>
          </p:nvPr>
        </p:nvSpPr>
        <p:spPr>
          <a:xfrm>
            <a:off x="443345" y="0"/>
            <a:ext cx="4344695" cy="6359525"/>
          </a:xfrm>
        </p:spPr>
        <p:txBody>
          <a:bodyPr>
            <a:normAutofit/>
          </a:bodyPr>
          <a:lstStyle>
            <a:lvl1pPr marL="0" indent="0">
              <a:buNone/>
              <a:defRPr sz="1800"/>
            </a:lvl1pPr>
          </a:lstStyle>
          <a:p>
            <a:pPr lvl="0"/>
            <a:r>
              <a:rPr lang="en-US" dirty="0"/>
              <a:t>Click to add picture</a:t>
            </a:r>
          </a:p>
        </p:txBody>
      </p:sp>
    </p:spTree>
    <p:extLst>
      <p:ext uri="{BB962C8B-B14F-4D97-AF65-F5344CB8AC3E}">
        <p14:creationId xmlns:p14="http://schemas.microsoft.com/office/powerpoint/2010/main" val="43318916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Rectangle 20">
            <a:extLst>
              <a:ext uri="{FF2B5EF4-FFF2-40B4-BE49-F238E27FC236}">
                <a16:creationId xmlns:a16="http://schemas.microsoft.com/office/drawing/2014/main" id="{86F8B46B-EF6E-BC12-09E2-0F3B779197B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-24064" y="-400"/>
            <a:ext cx="12216063" cy="34671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endParaRPr lang="en-US" sz="450" dirty="0"/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5D7B4F11-E150-473B-98F5-6E6AC964686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443346" y="420493"/>
            <a:ext cx="11305309" cy="6026727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600" dirty="0"/>
          </a:p>
        </p:txBody>
      </p:sp>
      <p:sp>
        <p:nvSpPr>
          <p:cNvPr id="36" name="Freeform 35">
            <a:extLst>
              <a:ext uri="{FF2B5EF4-FFF2-40B4-BE49-F238E27FC236}">
                <a16:creationId xmlns:a16="http://schemas.microsoft.com/office/drawing/2014/main" id="{A8E2FA61-C047-21BB-AA50-F84AD768549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rot="16200000">
            <a:off x="5760023" y="3764463"/>
            <a:ext cx="2812357" cy="3394143"/>
          </a:xfrm>
          <a:custGeom>
            <a:avLst/>
            <a:gdLst>
              <a:gd name="connsiteX0" fmla="*/ 0 w 2812357"/>
              <a:gd name="connsiteY0" fmla="*/ 0 h 3394143"/>
              <a:gd name="connsiteX1" fmla="*/ 2812357 w 2812357"/>
              <a:gd name="connsiteY1" fmla="*/ 3394143 h 3394143"/>
              <a:gd name="connsiteX2" fmla="*/ 0 w 2812357"/>
              <a:gd name="connsiteY2" fmla="*/ 3394143 h 339414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2812357" h="3394143">
                <a:moveTo>
                  <a:pt x="0" y="0"/>
                </a:moveTo>
                <a:lnTo>
                  <a:pt x="2812357" y="3394143"/>
                </a:lnTo>
                <a:lnTo>
                  <a:pt x="0" y="3394143"/>
                </a:lnTo>
                <a:close/>
              </a:path>
            </a:pathLst>
          </a:custGeom>
          <a:solidFill>
            <a:schemeClr val="accent4">
              <a:lumMod val="40000"/>
              <a:lumOff val="60000"/>
              <a:alpha val="50000"/>
            </a:schemeClr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33" name="Freeform 32">
            <a:extLst>
              <a:ext uri="{FF2B5EF4-FFF2-40B4-BE49-F238E27FC236}">
                <a16:creationId xmlns:a16="http://schemas.microsoft.com/office/drawing/2014/main" id="{1A2791BA-760E-9FA5-8743-D0B699FC983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3463854"/>
            <a:ext cx="435241" cy="3394146"/>
          </a:xfrm>
          <a:custGeom>
            <a:avLst/>
            <a:gdLst>
              <a:gd name="connsiteX0" fmla="*/ 435241 w 435241"/>
              <a:gd name="connsiteY0" fmla="*/ 0 h 3394146"/>
              <a:gd name="connsiteX1" fmla="*/ 435241 w 435241"/>
              <a:gd name="connsiteY1" fmla="*/ 3394146 h 3394146"/>
              <a:gd name="connsiteX2" fmla="*/ 0 w 435241"/>
              <a:gd name="connsiteY2" fmla="*/ 3394146 h 3394146"/>
              <a:gd name="connsiteX3" fmla="*/ 0 w 435241"/>
              <a:gd name="connsiteY3" fmla="*/ 523525 h 339414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435241" h="3394146">
                <a:moveTo>
                  <a:pt x="435241" y="0"/>
                </a:moveTo>
                <a:lnTo>
                  <a:pt x="435241" y="3394146"/>
                </a:lnTo>
                <a:lnTo>
                  <a:pt x="0" y="3394146"/>
                </a:lnTo>
                <a:lnTo>
                  <a:pt x="0" y="523525"/>
                </a:ln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lvl="0" algn="ctr"/>
            <a:endParaRPr lang="en-US" dirty="0"/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8D6A03F2-8C7B-D33B-0E8F-24D4800D5C01}"/>
              </a:ext>
            </a:extLst>
          </p:cNvPr>
          <p:cNvSpPr>
            <a:spLocks noGrp="1"/>
          </p:cNvSpPr>
          <p:nvPr userDrawn="1">
            <p:ph type="title" hasCustomPrompt="1"/>
          </p:nvPr>
        </p:nvSpPr>
        <p:spPr>
          <a:xfrm>
            <a:off x="914400" y="1057275"/>
            <a:ext cx="5259554" cy="2495028"/>
          </a:xfrm>
        </p:spPr>
        <p:txBody>
          <a:bodyPr tIns="0" bIns="0">
            <a:noAutofit/>
          </a:bodyPr>
          <a:lstStyle>
            <a:lvl1pPr algn="l">
              <a:lnSpc>
                <a:spcPct val="100000"/>
              </a:lnSpc>
              <a:defRPr sz="3600"/>
            </a:lvl1pPr>
          </a:lstStyle>
          <a:p>
            <a:r>
              <a:rPr lang="en-US" dirty="0"/>
              <a:t>Click to add text</a:t>
            </a:r>
          </a:p>
        </p:txBody>
      </p:sp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C51465C6-2CDE-B5BF-F22E-CBDD44E86CFC}"/>
              </a:ext>
            </a:extLst>
          </p:cNvPr>
          <p:cNvSpPr>
            <a:spLocks noGrp="1"/>
          </p:cNvSpPr>
          <p:nvPr userDrawn="1">
            <p:ph idx="1" hasCustomPrompt="1"/>
          </p:nvPr>
        </p:nvSpPr>
        <p:spPr>
          <a:xfrm>
            <a:off x="914400" y="3808750"/>
            <a:ext cx="5259554" cy="2233233"/>
          </a:xfrm>
        </p:spPr>
        <p:txBody>
          <a:bodyPr lIns="91440" tIns="0" rIns="91440" bIns="0">
            <a:norm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2400"/>
            </a:lvl1pPr>
            <a:lvl2pPr marL="347472">
              <a:lnSpc>
                <a:spcPct val="100000"/>
              </a:lnSpc>
              <a:spcBef>
                <a:spcPts val="0"/>
              </a:spcBef>
              <a:defRPr sz="2400"/>
            </a:lvl2pPr>
            <a:lvl3pPr marL="685800">
              <a:lnSpc>
                <a:spcPct val="100000"/>
              </a:lnSpc>
              <a:spcBef>
                <a:spcPts val="0"/>
              </a:spcBef>
              <a:defRPr sz="2400"/>
            </a:lvl3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</p:txBody>
      </p:sp>
      <p:sp>
        <p:nvSpPr>
          <p:cNvPr id="52" name="Picture Placeholder 7">
            <a:extLst>
              <a:ext uri="{FF2B5EF4-FFF2-40B4-BE49-F238E27FC236}">
                <a16:creationId xmlns:a16="http://schemas.microsoft.com/office/drawing/2014/main" id="{55126063-BDEE-A1AB-FDAE-DD9B98CACDA8}"/>
              </a:ext>
            </a:extLst>
          </p:cNvPr>
          <p:cNvSpPr>
            <a:spLocks noGrp="1"/>
          </p:cNvSpPr>
          <p:nvPr>
            <p:ph type="pic" sz="quarter" idx="11" hasCustomPrompt="1"/>
          </p:nvPr>
        </p:nvSpPr>
        <p:spPr>
          <a:xfrm>
            <a:off x="7414194" y="410780"/>
            <a:ext cx="4344695" cy="6447220"/>
          </a:xfrm>
          <a:solidFill>
            <a:schemeClr val="accent3"/>
          </a:solidFill>
        </p:spPr>
        <p:txBody>
          <a:bodyPr>
            <a:normAutofit/>
          </a:bodyPr>
          <a:lstStyle>
            <a:lvl1pPr marL="0" indent="0">
              <a:buNone/>
              <a:defRPr sz="1800"/>
            </a:lvl1pPr>
          </a:lstStyle>
          <a:p>
            <a:pPr lvl="0"/>
            <a:r>
              <a:rPr lang="en-US" dirty="0"/>
              <a:t>Click to add picture</a:t>
            </a:r>
          </a:p>
        </p:txBody>
      </p:sp>
    </p:spTree>
    <p:extLst>
      <p:ext uri="{BB962C8B-B14F-4D97-AF65-F5344CB8AC3E}">
        <p14:creationId xmlns:p14="http://schemas.microsoft.com/office/powerpoint/2010/main" val="168178944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Quo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Image 1">
            <a:extLst>
              <a:ext uri="{FF2B5EF4-FFF2-40B4-BE49-F238E27FC236}">
                <a16:creationId xmlns:a16="http://schemas.microsoft.com/office/drawing/2014/main" id="{2A3EC91E-4089-D366-06D3-3E66F93DFAF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-7117" y="0"/>
            <a:ext cx="2550985" cy="6858000"/>
          </a:xfrm>
          <a:custGeom>
            <a:avLst/>
            <a:gdLst>
              <a:gd name="connsiteX0" fmla="*/ 2550985 w 2550985"/>
              <a:gd name="connsiteY0" fmla="*/ 0 h 6858000"/>
              <a:gd name="connsiteX1" fmla="*/ 0 w 2550985"/>
              <a:gd name="connsiteY1" fmla="*/ 0 h 6858000"/>
              <a:gd name="connsiteX2" fmla="*/ 0 w 2550985"/>
              <a:gd name="connsiteY2" fmla="*/ 6858000 h 6858000"/>
              <a:gd name="connsiteX3" fmla="*/ 2550985 w 2550985"/>
              <a:gd name="connsiteY3" fmla="*/ 6858000 h 6858000"/>
              <a:gd name="connsiteX4" fmla="*/ 2550985 w 2550985"/>
              <a:gd name="connsiteY4" fmla="*/ 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550985" h="6858000">
                <a:moveTo>
                  <a:pt x="2550985" y="0"/>
                </a:moveTo>
                <a:lnTo>
                  <a:pt x="0" y="0"/>
                </a:lnTo>
                <a:lnTo>
                  <a:pt x="0" y="6858000"/>
                </a:lnTo>
                <a:lnTo>
                  <a:pt x="2550985" y="6858000"/>
                </a:lnTo>
                <a:lnTo>
                  <a:pt x="2550985" y="0"/>
                </a:lnTo>
                <a:close/>
              </a:path>
            </a:pathLst>
          </a:custGeom>
          <a:solidFill>
            <a:schemeClr val="accent4"/>
          </a:solidFill>
          <a:ln w="7045" cap="flat">
            <a:noFill/>
            <a:prstDash val="solid"/>
            <a:miter/>
          </a:ln>
        </p:spPr>
        <p:txBody>
          <a:bodyPr rtlCol="0" anchor="ctr">
            <a:noAutofit/>
          </a:bodyPr>
          <a:lstStyle/>
          <a:p>
            <a:endParaRPr lang="en-US" dirty="0"/>
          </a:p>
        </p:txBody>
      </p:sp>
      <p:sp>
        <p:nvSpPr>
          <p:cNvPr id="53" name="Freeform: Shape 52">
            <a:extLst>
              <a:ext uri="{FF2B5EF4-FFF2-40B4-BE49-F238E27FC236}">
                <a16:creationId xmlns:a16="http://schemas.microsoft.com/office/drawing/2014/main" id="{70F595E1-C910-3710-90E9-AF5FFCE0586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-9415" y="0"/>
            <a:ext cx="2548591" cy="2555628"/>
          </a:xfrm>
          <a:custGeom>
            <a:avLst/>
            <a:gdLst>
              <a:gd name="connsiteX0" fmla="*/ 138643 w 2548591"/>
              <a:gd name="connsiteY0" fmla="*/ 1 h 2555628"/>
              <a:gd name="connsiteX1" fmla="*/ 163874 w 2548591"/>
              <a:gd name="connsiteY1" fmla="*/ 1 h 2555628"/>
              <a:gd name="connsiteX2" fmla="*/ 2548463 w 2548591"/>
              <a:gd name="connsiteY2" fmla="*/ 2391168 h 2555628"/>
              <a:gd name="connsiteX3" fmla="*/ 2548463 w 2548591"/>
              <a:gd name="connsiteY3" fmla="*/ 2416472 h 2555628"/>
              <a:gd name="connsiteX4" fmla="*/ 2548590 w 2548591"/>
              <a:gd name="connsiteY4" fmla="*/ 2416600 h 2555628"/>
              <a:gd name="connsiteX5" fmla="*/ 138643 w 2548591"/>
              <a:gd name="connsiteY5" fmla="*/ 1 h 2555628"/>
              <a:gd name="connsiteX6" fmla="*/ 0 w 2548591"/>
              <a:gd name="connsiteY6" fmla="*/ 1 h 2555628"/>
              <a:gd name="connsiteX7" fmla="*/ 25231 w 2548591"/>
              <a:gd name="connsiteY7" fmla="*/ 1 h 2555628"/>
              <a:gd name="connsiteX8" fmla="*/ 2548591 w 2548591"/>
              <a:gd name="connsiteY8" fmla="*/ 2530324 h 2555628"/>
              <a:gd name="connsiteX9" fmla="*/ 2548591 w 2548591"/>
              <a:gd name="connsiteY9" fmla="*/ 2555628 h 2555628"/>
              <a:gd name="connsiteX10" fmla="*/ 0 w 2548591"/>
              <a:gd name="connsiteY10" fmla="*/ 1 h 2555628"/>
              <a:gd name="connsiteX11" fmla="*/ 277411 w 2548591"/>
              <a:gd name="connsiteY11" fmla="*/ 1 h 2555628"/>
              <a:gd name="connsiteX12" fmla="*/ 302642 w 2548591"/>
              <a:gd name="connsiteY12" fmla="*/ 1 h 2555628"/>
              <a:gd name="connsiteX13" fmla="*/ 2548582 w 2548591"/>
              <a:gd name="connsiteY13" fmla="*/ 2252147 h 2555628"/>
              <a:gd name="connsiteX14" fmla="*/ 2548582 w 2548591"/>
              <a:gd name="connsiteY14" fmla="*/ 2277444 h 2555628"/>
              <a:gd name="connsiteX15" fmla="*/ 277411 w 2548591"/>
              <a:gd name="connsiteY15" fmla="*/ 1 h 2555628"/>
              <a:gd name="connsiteX16" fmla="*/ 416054 w 2548591"/>
              <a:gd name="connsiteY16" fmla="*/ 1 h 2555628"/>
              <a:gd name="connsiteX17" fmla="*/ 441285 w 2548591"/>
              <a:gd name="connsiteY17" fmla="*/ 1 h 2555628"/>
              <a:gd name="connsiteX18" fmla="*/ 2548589 w 2548591"/>
              <a:gd name="connsiteY18" fmla="*/ 2113119 h 2555628"/>
              <a:gd name="connsiteX19" fmla="*/ 2548589 w 2548591"/>
              <a:gd name="connsiteY19" fmla="*/ 2138423 h 2555628"/>
              <a:gd name="connsiteX20" fmla="*/ 416054 w 2548591"/>
              <a:gd name="connsiteY20" fmla="*/ 1 h 2555628"/>
              <a:gd name="connsiteX21" fmla="*/ 554698 w 2548591"/>
              <a:gd name="connsiteY21" fmla="*/ 1 h 2555628"/>
              <a:gd name="connsiteX22" fmla="*/ 579930 w 2548591"/>
              <a:gd name="connsiteY22" fmla="*/ 1 h 2555628"/>
              <a:gd name="connsiteX23" fmla="*/ 2548462 w 2548591"/>
              <a:gd name="connsiteY23" fmla="*/ 1973963 h 2555628"/>
              <a:gd name="connsiteX24" fmla="*/ 2548462 w 2548591"/>
              <a:gd name="connsiteY24" fmla="*/ 1999267 h 2555628"/>
              <a:gd name="connsiteX25" fmla="*/ 2548589 w 2548591"/>
              <a:gd name="connsiteY25" fmla="*/ 1999394 h 2555628"/>
              <a:gd name="connsiteX26" fmla="*/ 554698 w 2548591"/>
              <a:gd name="connsiteY26" fmla="*/ 1 h 2555628"/>
              <a:gd name="connsiteX27" fmla="*/ 693468 w 2548591"/>
              <a:gd name="connsiteY27" fmla="*/ 0 h 2555628"/>
              <a:gd name="connsiteX28" fmla="*/ 718701 w 2548591"/>
              <a:gd name="connsiteY28" fmla="*/ 0 h 2555628"/>
              <a:gd name="connsiteX29" fmla="*/ 2548583 w 2548591"/>
              <a:gd name="connsiteY29" fmla="*/ 1834942 h 2555628"/>
              <a:gd name="connsiteX30" fmla="*/ 2548583 w 2548591"/>
              <a:gd name="connsiteY30" fmla="*/ 1860239 h 2555628"/>
              <a:gd name="connsiteX31" fmla="*/ 693468 w 2548591"/>
              <a:gd name="connsiteY31" fmla="*/ 0 h 2555628"/>
              <a:gd name="connsiteX32" fmla="*/ 832112 w 2548591"/>
              <a:gd name="connsiteY32" fmla="*/ 0 h 2555628"/>
              <a:gd name="connsiteX33" fmla="*/ 857340 w 2548591"/>
              <a:gd name="connsiteY33" fmla="*/ 0 h 2555628"/>
              <a:gd name="connsiteX34" fmla="*/ 2548582 w 2548591"/>
              <a:gd name="connsiteY34" fmla="*/ 1695913 h 2555628"/>
              <a:gd name="connsiteX35" fmla="*/ 2548582 w 2548591"/>
              <a:gd name="connsiteY35" fmla="*/ 1721210 h 2555628"/>
              <a:gd name="connsiteX36" fmla="*/ 832112 w 2548591"/>
              <a:gd name="connsiteY36" fmla="*/ 0 h 2555628"/>
              <a:gd name="connsiteX37" fmla="*/ 970758 w 2548591"/>
              <a:gd name="connsiteY37" fmla="*/ 0 h 2555628"/>
              <a:gd name="connsiteX38" fmla="*/ 995986 w 2548591"/>
              <a:gd name="connsiteY38" fmla="*/ 0 h 2555628"/>
              <a:gd name="connsiteX39" fmla="*/ 2548463 w 2548591"/>
              <a:gd name="connsiteY39" fmla="*/ 1556758 h 2555628"/>
              <a:gd name="connsiteX40" fmla="*/ 2548463 w 2548591"/>
              <a:gd name="connsiteY40" fmla="*/ 1582062 h 2555628"/>
              <a:gd name="connsiteX41" fmla="*/ 2548590 w 2548591"/>
              <a:gd name="connsiteY41" fmla="*/ 1582189 h 2555628"/>
              <a:gd name="connsiteX42" fmla="*/ 970758 w 2548591"/>
              <a:gd name="connsiteY42" fmla="*/ 0 h 2555628"/>
              <a:gd name="connsiteX43" fmla="*/ 1109529 w 2548591"/>
              <a:gd name="connsiteY43" fmla="*/ 0 h 2555628"/>
              <a:gd name="connsiteX44" fmla="*/ 1134764 w 2548591"/>
              <a:gd name="connsiteY44" fmla="*/ 0 h 2555628"/>
              <a:gd name="connsiteX45" fmla="*/ 2548589 w 2548591"/>
              <a:gd name="connsiteY45" fmla="*/ 1417736 h 2555628"/>
              <a:gd name="connsiteX46" fmla="*/ 2548589 w 2548591"/>
              <a:gd name="connsiteY46" fmla="*/ 1443033 h 2555628"/>
              <a:gd name="connsiteX47" fmla="*/ 1109529 w 2548591"/>
              <a:gd name="connsiteY47" fmla="*/ 0 h 2555628"/>
              <a:gd name="connsiteX48" fmla="*/ 1248168 w 2548591"/>
              <a:gd name="connsiteY48" fmla="*/ 0 h 2555628"/>
              <a:gd name="connsiteX49" fmla="*/ 1273396 w 2548591"/>
              <a:gd name="connsiteY49" fmla="*/ 0 h 2555628"/>
              <a:gd name="connsiteX50" fmla="*/ 2548583 w 2548591"/>
              <a:gd name="connsiteY50" fmla="*/ 1278708 h 2555628"/>
              <a:gd name="connsiteX51" fmla="*/ 2548583 w 2548591"/>
              <a:gd name="connsiteY51" fmla="*/ 1304005 h 2555628"/>
              <a:gd name="connsiteX52" fmla="*/ 1248168 w 2548591"/>
              <a:gd name="connsiteY52" fmla="*/ 0 h 2555628"/>
              <a:gd name="connsiteX53" fmla="*/ 1386813 w 2548591"/>
              <a:gd name="connsiteY53" fmla="*/ 0 h 2555628"/>
              <a:gd name="connsiteX54" fmla="*/ 1412041 w 2548591"/>
              <a:gd name="connsiteY54" fmla="*/ 0 h 2555628"/>
              <a:gd name="connsiteX55" fmla="*/ 2548589 w 2548591"/>
              <a:gd name="connsiteY55" fmla="*/ 1139552 h 2555628"/>
              <a:gd name="connsiteX56" fmla="*/ 2548589 w 2548591"/>
              <a:gd name="connsiteY56" fmla="*/ 1164857 h 2555628"/>
              <a:gd name="connsiteX57" fmla="*/ 2548589 w 2548591"/>
              <a:gd name="connsiteY57" fmla="*/ 1164984 h 2555628"/>
              <a:gd name="connsiteX58" fmla="*/ 1386813 w 2548591"/>
              <a:gd name="connsiteY58" fmla="*/ 0 h 2555628"/>
              <a:gd name="connsiteX59" fmla="*/ 1525579 w 2548591"/>
              <a:gd name="connsiteY59" fmla="*/ 0 h 2555628"/>
              <a:gd name="connsiteX60" fmla="*/ 1550814 w 2548591"/>
              <a:gd name="connsiteY60" fmla="*/ 0 h 2555628"/>
              <a:gd name="connsiteX61" fmla="*/ 2548583 w 2548591"/>
              <a:gd name="connsiteY61" fmla="*/ 1000531 h 2555628"/>
              <a:gd name="connsiteX62" fmla="*/ 2548583 w 2548591"/>
              <a:gd name="connsiteY62" fmla="*/ 1025828 h 2555628"/>
              <a:gd name="connsiteX63" fmla="*/ 1525579 w 2548591"/>
              <a:gd name="connsiteY63" fmla="*/ 0 h 2555628"/>
              <a:gd name="connsiteX64" fmla="*/ 1664231 w 2548591"/>
              <a:gd name="connsiteY64" fmla="*/ 0 h 2555628"/>
              <a:gd name="connsiteX65" fmla="*/ 1689459 w 2548591"/>
              <a:gd name="connsiteY65" fmla="*/ 0 h 2555628"/>
              <a:gd name="connsiteX66" fmla="*/ 2548589 w 2548591"/>
              <a:gd name="connsiteY66" fmla="*/ 861503 h 2555628"/>
              <a:gd name="connsiteX67" fmla="*/ 2548589 w 2548591"/>
              <a:gd name="connsiteY67" fmla="*/ 886800 h 2555628"/>
              <a:gd name="connsiteX68" fmla="*/ 1664231 w 2548591"/>
              <a:gd name="connsiteY68" fmla="*/ 0 h 2555628"/>
              <a:gd name="connsiteX69" fmla="*/ 1802870 w 2548591"/>
              <a:gd name="connsiteY69" fmla="*/ 0 h 2555628"/>
              <a:gd name="connsiteX70" fmla="*/ 1828097 w 2548591"/>
              <a:gd name="connsiteY70" fmla="*/ 0 h 2555628"/>
              <a:gd name="connsiteX71" fmla="*/ 2548583 w 2548591"/>
              <a:gd name="connsiteY71" fmla="*/ 722347 h 2555628"/>
              <a:gd name="connsiteX72" fmla="*/ 2548583 w 2548591"/>
              <a:gd name="connsiteY72" fmla="*/ 747651 h 2555628"/>
              <a:gd name="connsiteX73" fmla="*/ 2548583 w 2548591"/>
              <a:gd name="connsiteY73" fmla="*/ 747778 h 2555628"/>
              <a:gd name="connsiteX74" fmla="*/ 1802870 w 2548591"/>
              <a:gd name="connsiteY74" fmla="*/ 0 h 2555628"/>
              <a:gd name="connsiteX75" fmla="*/ 1941642 w 2548591"/>
              <a:gd name="connsiteY75" fmla="*/ 0 h 2555628"/>
              <a:gd name="connsiteX76" fmla="*/ 1966877 w 2548591"/>
              <a:gd name="connsiteY76" fmla="*/ 0 h 2555628"/>
              <a:gd name="connsiteX77" fmla="*/ 2548589 w 2548591"/>
              <a:gd name="connsiteY77" fmla="*/ 583321 h 2555628"/>
              <a:gd name="connsiteX78" fmla="*/ 2548589 w 2548591"/>
              <a:gd name="connsiteY78" fmla="*/ 608622 h 2555628"/>
              <a:gd name="connsiteX79" fmla="*/ 1941642 w 2548591"/>
              <a:gd name="connsiteY79" fmla="*/ 0 h 2555628"/>
              <a:gd name="connsiteX80" fmla="*/ 2080281 w 2548591"/>
              <a:gd name="connsiteY80" fmla="*/ 0 h 2555628"/>
              <a:gd name="connsiteX81" fmla="*/ 2105508 w 2548591"/>
              <a:gd name="connsiteY81" fmla="*/ 0 h 2555628"/>
              <a:gd name="connsiteX82" fmla="*/ 2548582 w 2548591"/>
              <a:gd name="connsiteY82" fmla="*/ 444296 h 2555628"/>
              <a:gd name="connsiteX83" fmla="*/ 2548582 w 2548591"/>
              <a:gd name="connsiteY83" fmla="*/ 469597 h 2555628"/>
              <a:gd name="connsiteX84" fmla="*/ 2080281 w 2548591"/>
              <a:gd name="connsiteY84" fmla="*/ 0 h 2555628"/>
              <a:gd name="connsiteX85" fmla="*/ 2218926 w 2548591"/>
              <a:gd name="connsiteY85" fmla="*/ 0 h 2555628"/>
              <a:gd name="connsiteX86" fmla="*/ 2244153 w 2548591"/>
              <a:gd name="connsiteY86" fmla="*/ 0 h 2555628"/>
              <a:gd name="connsiteX87" fmla="*/ 2548582 w 2548591"/>
              <a:gd name="connsiteY87" fmla="*/ 305270 h 2555628"/>
              <a:gd name="connsiteX88" fmla="*/ 2548582 w 2548591"/>
              <a:gd name="connsiteY88" fmla="*/ 330570 h 2555628"/>
              <a:gd name="connsiteX89" fmla="*/ 2218926 w 2548591"/>
              <a:gd name="connsiteY89" fmla="*/ 0 h 255562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</a:cxnLst>
            <a:rect l="l" t="t" r="r" b="b"/>
            <a:pathLst>
              <a:path w="2548591" h="2555628">
                <a:moveTo>
                  <a:pt x="138643" y="1"/>
                </a:moveTo>
                <a:lnTo>
                  <a:pt x="163874" y="1"/>
                </a:lnTo>
                <a:cubicBezTo>
                  <a:pt x="163874" y="1318576"/>
                  <a:pt x="1233644" y="2391168"/>
                  <a:pt x="2548463" y="2391168"/>
                </a:cubicBezTo>
                <a:lnTo>
                  <a:pt x="2548463" y="2416472"/>
                </a:lnTo>
                <a:lnTo>
                  <a:pt x="2548590" y="2416600"/>
                </a:lnTo>
                <a:cubicBezTo>
                  <a:pt x="1219755" y="2416600"/>
                  <a:pt x="138643" y="1332503"/>
                  <a:pt x="138643" y="1"/>
                </a:cubicBezTo>
                <a:close/>
                <a:moveTo>
                  <a:pt x="0" y="1"/>
                </a:moveTo>
                <a:lnTo>
                  <a:pt x="25231" y="1"/>
                </a:lnTo>
                <a:cubicBezTo>
                  <a:pt x="25231" y="1395244"/>
                  <a:pt x="1157188" y="2530324"/>
                  <a:pt x="2548591" y="2530324"/>
                </a:cubicBezTo>
                <a:lnTo>
                  <a:pt x="2548591" y="2555628"/>
                </a:lnTo>
                <a:cubicBezTo>
                  <a:pt x="1143299" y="2555628"/>
                  <a:pt x="0" y="1409172"/>
                  <a:pt x="0" y="1"/>
                </a:cubicBezTo>
                <a:close/>
                <a:moveTo>
                  <a:pt x="277411" y="1"/>
                </a:moveTo>
                <a:lnTo>
                  <a:pt x="302642" y="1"/>
                </a:lnTo>
                <a:cubicBezTo>
                  <a:pt x="302642" y="1241907"/>
                  <a:pt x="1310229" y="2252147"/>
                  <a:pt x="2548582" y="2252147"/>
                </a:cubicBezTo>
                <a:lnTo>
                  <a:pt x="2548582" y="2277444"/>
                </a:lnTo>
                <a:cubicBezTo>
                  <a:pt x="1296205" y="2277444"/>
                  <a:pt x="277411" y="1255835"/>
                  <a:pt x="277411" y="1"/>
                </a:cubicBezTo>
                <a:close/>
                <a:moveTo>
                  <a:pt x="416054" y="1"/>
                </a:moveTo>
                <a:lnTo>
                  <a:pt x="441285" y="1"/>
                </a:lnTo>
                <a:cubicBezTo>
                  <a:pt x="441285" y="1165111"/>
                  <a:pt x="1386559" y="2113119"/>
                  <a:pt x="2548589" y="2113119"/>
                </a:cubicBezTo>
                <a:lnTo>
                  <a:pt x="2548589" y="2138423"/>
                </a:lnTo>
                <a:cubicBezTo>
                  <a:pt x="1372670" y="2138423"/>
                  <a:pt x="416054" y="1179166"/>
                  <a:pt x="416054" y="1"/>
                </a:cubicBezTo>
                <a:close/>
                <a:moveTo>
                  <a:pt x="554698" y="1"/>
                </a:moveTo>
                <a:lnTo>
                  <a:pt x="579930" y="1"/>
                </a:lnTo>
                <a:cubicBezTo>
                  <a:pt x="579930" y="1088442"/>
                  <a:pt x="1463017" y="1973963"/>
                  <a:pt x="2548462" y="1973963"/>
                </a:cubicBezTo>
                <a:lnTo>
                  <a:pt x="2548462" y="1999267"/>
                </a:lnTo>
                <a:lnTo>
                  <a:pt x="2548589" y="1999394"/>
                </a:lnTo>
                <a:cubicBezTo>
                  <a:pt x="1449127" y="1999394"/>
                  <a:pt x="554698" y="1102497"/>
                  <a:pt x="554698" y="1"/>
                </a:cubicBezTo>
                <a:close/>
                <a:moveTo>
                  <a:pt x="693468" y="0"/>
                </a:moveTo>
                <a:lnTo>
                  <a:pt x="718701" y="0"/>
                </a:lnTo>
                <a:cubicBezTo>
                  <a:pt x="718701" y="1011773"/>
                  <a:pt x="1539602" y="1834942"/>
                  <a:pt x="2548583" y="1834942"/>
                </a:cubicBezTo>
                <a:lnTo>
                  <a:pt x="2548583" y="1860239"/>
                </a:lnTo>
                <a:cubicBezTo>
                  <a:pt x="1525706" y="1860239"/>
                  <a:pt x="693468" y="1025701"/>
                  <a:pt x="693468" y="0"/>
                </a:cubicBezTo>
                <a:close/>
                <a:moveTo>
                  <a:pt x="832112" y="0"/>
                </a:moveTo>
                <a:lnTo>
                  <a:pt x="857340" y="0"/>
                </a:lnTo>
                <a:cubicBezTo>
                  <a:pt x="857340" y="935105"/>
                  <a:pt x="1616059" y="1695913"/>
                  <a:pt x="2548582" y="1695913"/>
                </a:cubicBezTo>
                <a:lnTo>
                  <a:pt x="2548582" y="1721210"/>
                </a:lnTo>
                <a:cubicBezTo>
                  <a:pt x="1602170" y="1721210"/>
                  <a:pt x="832112" y="949032"/>
                  <a:pt x="832112" y="0"/>
                </a:cubicBezTo>
                <a:close/>
                <a:moveTo>
                  <a:pt x="970758" y="0"/>
                </a:moveTo>
                <a:lnTo>
                  <a:pt x="995986" y="0"/>
                </a:lnTo>
                <a:cubicBezTo>
                  <a:pt x="995986" y="858436"/>
                  <a:pt x="1692391" y="1556758"/>
                  <a:pt x="2548463" y="1556758"/>
                </a:cubicBezTo>
                <a:lnTo>
                  <a:pt x="2548463" y="1582062"/>
                </a:lnTo>
                <a:lnTo>
                  <a:pt x="2548590" y="1582189"/>
                </a:lnTo>
                <a:cubicBezTo>
                  <a:pt x="1678628" y="1582189"/>
                  <a:pt x="970758" y="872491"/>
                  <a:pt x="970758" y="0"/>
                </a:cubicBezTo>
                <a:close/>
                <a:moveTo>
                  <a:pt x="1109529" y="0"/>
                </a:moveTo>
                <a:lnTo>
                  <a:pt x="1134764" y="0"/>
                </a:lnTo>
                <a:cubicBezTo>
                  <a:pt x="1134764" y="781767"/>
                  <a:pt x="1768975" y="1417736"/>
                  <a:pt x="2548589" y="1417736"/>
                </a:cubicBezTo>
                <a:lnTo>
                  <a:pt x="2548589" y="1443033"/>
                </a:lnTo>
                <a:cubicBezTo>
                  <a:pt x="1755086" y="1443033"/>
                  <a:pt x="1109529" y="795695"/>
                  <a:pt x="1109529" y="0"/>
                </a:cubicBezTo>
                <a:close/>
                <a:moveTo>
                  <a:pt x="1248168" y="0"/>
                </a:moveTo>
                <a:lnTo>
                  <a:pt x="1273396" y="0"/>
                </a:lnTo>
                <a:cubicBezTo>
                  <a:pt x="1273396" y="705097"/>
                  <a:pt x="1845433" y="1278708"/>
                  <a:pt x="2548583" y="1278708"/>
                </a:cubicBezTo>
                <a:lnTo>
                  <a:pt x="2548583" y="1304005"/>
                </a:lnTo>
                <a:cubicBezTo>
                  <a:pt x="1831537" y="1304005"/>
                  <a:pt x="1248168" y="719026"/>
                  <a:pt x="1248168" y="0"/>
                </a:cubicBezTo>
                <a:close/>
                <a:moveTo>
                  <a:pt x="1386813" y="0"/>
                </a:moveTo>
                <a:lnTo>
                  <a:pt x="1412041" y="0"/>
                </a:lnTo>
                <a:cubicBezTo>
                  <a:pt x="1412041" y="628428"/>
                  <a:pt x="1921890" y="1139552"/>
                  <a:pt x="2548589" y="1139552"/>
                </a:cubicBezTo>
                <a:lnTo>
                  <a:pt x="2548589" y="1164857"/>
                </a:lnTo>
                <a:lnTo>
                  <a:pt x="2548589" y="1164984"/>
                </a:lnTo>
                <a:cubicBezTo>
                  <a:pt x="1908001" y="1164984"/>
                  <a:pt x="1386813" y="642356"/>
                  <a:pt x="1386813" y="0"/>
                </a:cubicBezTo>
                <a:close/>
                <a:moveTo>
                  <a:pt x="1525579" y="0"/>
                </a:moveTo>
                <a:lnTo>
                  <a:pt x="1550814" y="0"/>
                </a:lnTo>
                <a:cubicBezTo>
                  <a:pt x="1550814" y="551759"/>
                  <a:pt x="1998468" y="1000531"/>
                  <a:pt x="2548583" y="1000531"/>
                </a:cubicBezTo>
                <a:lnTo>
                  <a:pt x="2548583" y="1025828"/>
                </a:lnTo>
                <a:cubicBezTo>
                  <a:pt x="1984452" y="1025828"/>
                  <a:pt x="1525579" y="565560"/>
                  <a:pt x="1525579" y="0"/>
                </a:cubicBezTo>
                <a:close/>
                <a:moveTo>
                  <a:pt x="1664231" y="0"/>
                </a:moveTo>
                <a:lnTo>
                  <a:pt x="1689459" y="0"/>
                </a:lnTo>
                <a:cubicBezTo>
                  <a:pt x="1689459" y="474963"/>
                  <a:pt x="2074805" y="861503"/>
                  <a:pt x="2548589" y="861503"/>
                </a:cubicBezTo>
                <a:lnTo>
                  <a:pt x="2548589" y="886800"/>
                </a:lnTo>
                <a:cubicBezTo>
                  <a:pt x="2060916" y="886800"/>
                  <a:pt x="1664231" y="489019"/>
                  <a:pt x="1664231" y="0"/>
                </a:cubicBezTo>
                <a:close/>
                <a:moveTo>
                  <a:pt x="1802870" y="0"/>
                </a:moveTo>
                <a:lnTo>
                  <a:pt x="1828097" y="0"/>
                </a:lnTo>
                <a:cubicBezTo>
                  <a:pt x="1828097" y="398295"/>
                  <a:pt x="2151263" y="722347"/>
                  <a:pt x="2548583" y="722347"/>
                </a:cubicBezTo>
                <a:lnTo>
                  <a:pt x="2548583" y="747651"/>
                </a:lnTo>
                <a:lnTo>
                  <a:pt x="2548583" y="747778"/>
                </a:lnTo>
                <a:cubicBezTo>
                  <a:pt x="2137367" y="747778"/>
                  <a:pt x="1802870" y="412350"/>
                  <a:pt x="1802870" y="0"/>
                </a:cubicBezTo>
                <a:close/>
                <a:moveTo>
                  <a:pt x="1941642" y="0"/>
                </a:moveTo>
                <a:lnTo>
                  <a:pt x="1966877" y="0"/>
                </a:lnTo>
                <a:cubicBezTo>
                  <a:pt x="1966877" y="321626"/>
                  <a:pt x="2227847" y="583321"/>
                  <a:pt x="2548589" y="583321"/>
                </a:cubicBezTo>
                <a:lnTo>
                  <a:pt x="2548589" y="608622"/>
                </a:lnTo>
                <a:cubicBezTo>
                  <a:pt x="2213831" y="608622"/>
                  <a:pt x="1941642" y="335553"/>
                  <a:pt x="1941642" y="0"/>
                </a:cubicBezTo>
                <a:close/>
                <a:moveTo>
                  <a:pt x="2080281" y="0"/>
                </a:moveTo>
                <a:lnTo>
                  <a:pt x="2105508" y="0"/>
                </a:lnTo>
                <a:cubicBezTo>
                  <a:pt x="2105508" y="244957"/>
                  <a:pt x="2304298" y="444296"/>
                  <a:pt x="2548582" y="444296"/>
                </a:cubicBezTo>
                <a:lnTo>
                  <a:pt x="2548582" y="469597"/>
                </a:lnTo>
                <a:cubicBezTo>
                  <a:pt x="2290409" y="469597"/>
                  <a:pt x="2080281" y="258885"/>
                  <a:pt x="2080281" y="0"/>
                </a:cubicBezTo>
                <a:close/>
                <a:moveTo>
                  <a:pt x="2218926" y="0"/>
                </a:moveTo>
                <a:lnTo>
                  <a:pt x="2244153" y="0"/>
                </a:lnTo>
                <a:cubicBezTo>
                  <a:pt x="2244153" y="168288"/>
                  <a:pt x="2380629" y="305270"/>
                  <a:pt x="2548582" y="305270"/>
                </a:cubicBezTo>
                <a:lnTo>
                  <a:pt x="2548582" y="330570"/>
                </a:lnTo>
                <a:cubicBezTo>
                  <a:pt x="2366866" y="330570"/>
                  <a:pt x="2218926" y="182344"/>
                  <a:pt x="2218926" y="0"/>
                </a:cubicBezTo>
                <a:close/>
              </a:path>
            </a:pathLst>
          </a:custGeom>
          <a:solidFill>
            <a:schemeClr val="bg1"/>
          </a:solidFill>
          <a:ln w="7032" cap="flat">
            <a:noFill/>
            <a:prstDash val="solid"/>
            <a:miter/>
          </a:ln>
        </p:spPr>
        <p:txBody>
          <a:bodyPr rtlCol="0" anchor="ctr">
            <a:noAutofit/>
          </a:bodyPr>
          <a:lstStyle/>
          <a:p>
            <a:endParaRPr lang="en-US" dirty="0"/>
          </a:p>
        </p:txBody>
      </p:sp>
      <p:sp>
        <p:nvSpPr>
          <p:cNvPr id="29" name="Freeform 70">
            <a:extLst>
              <a:ext uri="{FF2B5EF4-FFF2-40B4-BE49-F238E27FC236}">
                <a16:creationId xmlns:a16="http://schemas.microsoft.com/office/drawing/2014/main" id="{AA39EF58-54F1-4AC9-1D83-2E7DEEAAEA6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/>
          </p:cNvSpPr>
          <p:nvPr userDrawn="1"/>
        </p:nvSpPr>
        <p:spPr bwMode="auto">
          <a:xfrm rot="16200000" flipH="1">
            <a:off x="-9389" y="4308466"/>
            <a:ext cx="2550984" cy="2560441"/>
          </a:xfrm>
          <a:custGeom>
            <a:avLst/>
            <a:gdLst>
              <a:gd name="T0" fmla="*/ 0 w 1079"/>
              <a:gd name="T1" fmla="*/ 1083 h 1083"/>
              <a:gd name="T2" fmla="*/ 1079 w 1079"/>
              <a:gd name="T3" fmla="*/ 1083 h 1083"/>
              <a:gd name="T4" fmla="*/ 1079 w 1079"/>
              <a:gd name="T5" fmla="*/ 0 h 1083"/>
              <a:gd name="T6" fmla="*/ 0 w 1079"/>
              <a:gd name="T7" fmla="*/ 1083 h 1083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1079" h="1083">
                <a:moveTo>
                  <a:pt x="0" y="1083"/>
                </a:moveTo>
                <a:lnTo>
                  <a:pt x="1079" y="1083"/>
                </a:lnTo>
                <a:lnTo>
                  <a:pt x="1079" y="0"/>
                </a:lnTo>
                <a:lnTo>
                  <a:pt x="0" y="1083"/>
                </a:lnTo>
                <a:close/>
              </a:path>
            </a:pathLst>
          </a:custGeom>
          <a:solidFill>
            <a:schemeClr val="accent2">
              <a:alpha val="50000"/>
            </a:schemeClr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noAutofit/>
          </a:bodyPr>
          <a:lstStyle/>
          <a:p>
            <a:endParaRPr lang="en-US" dirty="0"/>
          </a:p>
        </p:txBody>
      </p:sp>
      <p:sp>
        <p:nvSpPr>
          <p:cNvPr id="31" name="Freeform 70">
            <a:extLst>
              <a:ext uri="{FF2B5EF4-FFF2-40B4-BE49-F238E27FC236}">
                <a16:creationId xmlns:a16="http://schemas.microsoft.com/office/drawing/2014/main" id="{0C320934-59CC-4123-C7C1-FEEE89F3045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/>
          </p:cNvSpPr>
          <p:nvPr userDrawn="1"/>
        </p:nvSpPr>
        <p:spPr bwMode="auto">
          <a:xfrm flipH="1">
            <a:off x="-10617" y="4308466"/>
            <a:ext cx="2550984" cy="2560441"/>
          </a:xfrm>
          <a:custGeom>
            <a:avLst/>
            <a:gdLst>
              <a:gd name="T0" fmla="*/ 0 w 1079"/>
              <a:gd name="T1" fmla="*/ 1083 h 1083"/>
              <a:gd name="T2" fmla="*/ 1079 w 1079"/>
              <a:gd name="T3" fmla="*/ 1083 h 1083"/>
              <a:gd name="T4" fmla="*/ 1079 w 1079"/>
              <a:gd name="T5" fmla="*/ 0 h 1083"/>
              <a:gd name="T6" fmla="*/ 0 w 1079"/>
              <a:gd name="T7" fmla="*/ 1083 h 1083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1079" h="1083">
                <a:moveTo>
                  <a:pt x="0" y="1083"/>
                </a:moveTo>
                <a:lnTo>
                  <a:pt x="1079" y="1083"/>
                </a:lnTo>
                <a:lnTo>
                  <a:pt x="1079" y="0"/>
                </a:lnTo>
                <a:lnTo>
                  <a:pt x="0" y="1083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noAutofit/>
          </a:bodyPr>
          <a:lstStyle/>
          <a:p>
            <a:endParaRPr lang="en-US" dirty="0"/>
          </a:p>
        </p:txBody>
      </p:sp>
      <p:sp>
        <p:nvSpPr>
          <p:cNvPr id="33" name="Image 4">
            <a:extLst>
              <a:ext uri="{FF2B5EF4-FFF2-40B4-BE49-F238E27FC236}">
                <a16:creationId xmlns:a16="http://schemas.microsoft.com/office/drawing/2014/main" id="{EC46DC71-C12A-96C8-3FE2-AA95AB58B34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2543868" y="0"/>
            <a:ext cx="2560340" cy="2560340"/>
          </a:xfrm>
          <a:custGeom>
            <a:avLst/>
            <a:gdLst>
              <a:gd name="connsiteX0" fmla="*/ 0 w 2560340"/>
              <a:gd name="connsiteY0" fmla="*/ 2560340 h 2560340"/>
              <a:gd name="connsiteX1" fmla="*/ 2560340 w 2560340"/>
              <a:gd name="connsiteY1" fmla="*/ 0 h 2560340"/>
              <a:gd name="connsiteX2" fmla="*/ 0 w 2560340"/>
              <a:gd name="connsiteY2" fmla="*/ 0 h 2560340"/>
              <a:gd name="connsiteX3" fmla="*/ 0 w 2560340"/>
              <a:gd name="connsiteY3" fmla="*/ 2560340 h 256034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560340" h="2560340">
                <a:moveTo>
                  <a:pt x="0" y="2560340"/>
                </a:moveTo>
                <a:cubicBezTo>
                  <a:pt x="1414079" y="2560340"/>
                  <a:pt x="2560340" y="1414079"/>
                  <a:pt x="2560340" y="0"/>
                </a:cubicBezTo>
                <a:lnTo>
                  <a:pt x="0" y="0"/>
                </a:lnTo>
                <a:lnTo>
                  <a:pt x="0" y="2560340"/>
                </a:lnTo>
                <a:close/>
              </a:path>
            </a:pathLst>
          </a:custGeom>
          <a:solidFill>
            <a:schemeClr val="accent3">
              <a:lumMod val="40000"/>
              <a:lumOff val="60000"/>
              <a:alpha val="50000"/>
            </a:schemeClr>
          </a:solidFill>
          <a:ln w="7052" cap="flat">
            <a:noFill/>
            <a:prstDash val="solid"/>
            <a:miter/>
          </a:ln>
        </p:spPr>
        <p:txBody>
          <a:bodyPr rtlCol="0" anchor="ctr">
            <a:noAutofit/>
          </a:bodyPr>
          <a:lstStyle/>
          <a:p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3460565" y="1057274"/>
            <a:ext cx="7965461" cy="994164"/>
          </a:xfrm>
        </p:spPr>
        <p:txBody>
          <a:bodyPr lIns="91440" tIns="0" rIns="91440" bIns="0" anchor="b" anchorCtr="0">
            <a:noAutofit/>
          </a:bodyPr>
          <a:lstStyle>
            <a:lvl1pPr algn="l">
              <a:lnSpc>
                <a:spcPct val="100000"/>
              </a:lnSpc>
              <a:defRPr sz="3600" b="1">
                <a:latin typeface="+mj-lt"/>
                <a:cs typeface="Arial" panose="020B0604020202020204" pitchFamily="34" charset="0"/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13" name="Content Placeholder 3">
            <a:extLst>
              <a:ext uri="{FF2B5EF4-FFF2-40B4-BE49-F238E27FC236}">
                <a16:creationId xmlns:a16="http://schemas.microsoft.com/office/drawing/2014/main" id="{B20F5EA7-881C-8FB7-EAC9-89C8F2E5865C}"/>
              </a:ext>
            </a:extLst>
          </p:cNvPr>
          <p:cNvSpPr>
            <a:spLocks noGrp="1"/>
          </p:cNvSpPr>
          <p:nvPr>
            <p:ph sz="half" idx="2" hasCustomPrompt="1"/>
          </p:nvPr>
        </p:nvSpPr>
        <p:spPr>
          <a:xfrm>
            <a:off x="3460565" y="2303029"/>
            <a:ext cx="7965460" cy="3497698"/>
          </a:xfrm>
        </p:spPr>
        <p:txBody>
          <a:bodyPr lIns="91440" tIns="0" rIns="91440" bIns="0">
            <a:normAutofit/>
          </a:bodyPr>
          <a:lstStyle>
            <a:lvl1pPr>
              <a:spcBef>
                <a:spcPts val="1000"/>
              </a:spcBef>
              <a:defRPr sz="1800"/>
            </a:lvl1pPr>
            <a:lvl2pPr>
              <a:spcBef>
                <a:spcPts val="1000"/>
              </a:spcBef>
              <a:defRPr sz="1800"/>
            </a:lvl2pPr>
            <a:lvl3pPr>
              <a:spcBef>
                <a:spcPts val="1000"/>
              </a:spcBef>
              <a:defRPr sz="1800"/>
            </a:lvl3pPr>
            <a:lvl4pPr>
              <a:spcBef>
                <a:spcPts val="1000"/>
              </a:spcBef>
              <a:defRPr sz="1800"/>
            </a:lvl4pPr>
            <a:lvl5pPr>
              <a:spcBef>
                <a:spcPts val="1000"/>
              </a:spcBef>
              <a:defRPr sz="1800"/>
            </a:lvl5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8" name="Slide Number Placeholder 2">
            <a:extLst>
              <a:ext uri="{FF2B5EF4-FFF2-40B4-BE49-F238E27FC236}">
                <a16:creationId xmlns:a16="http://schemas.microsoft.com/office/drawing/2014/main" id="{ED7A50D8-0839-EC58-FFBE-315A20995799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10358437" y="457199"/>
            <a:ext cx="1067589" cy="471489"/>
          </a:xfrm>
        </p:spPr>
        <p:txBody>
          <a:bodyPr/>
          <a:lstStyle>
            <a:lvl1pPr>
              <a:defRPr sz="1600">
                <a:latin typeface="+mj-lt"/>
              </a:defRPr>
            </a:lvl1pPr>
          </a:lstStyle>
          <a:p>
            <a:fld id="{48F63A3B-78C7-47BE-AE5E-E10140E04643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5285091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Comparison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Title 19">
            <a:extLst>
              <a:ext uri="{FF2B5EF4-FFF2-40B4-BE49-F238E27FC236}">
                <a16:creationId xmlns:a16="http://schemas.microsoft.com/office/drawing/2014/main" id="{C26B5661-F583-FA44-8353-161B862E69B1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364809" y="1057274"/>
            <a:ext cx="7043617" cy="2520217"/>
          </a:xfrm>
        </p:spPr>
        <p:txBody>
          <a:bodyPr tIns="0" bIns="0">
            <a:noAutofit/>
          </a:bodyPr>
          <a:lstStyle>
            <a:lvl1pPr algn="l">
              <a:lnSpc>
                <a:spcPct val="100000"/>
              </a:lnSpc>
              <a:defRPr sz="3600"/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11" name="Image 0">
            <a:extLst>
              <a:ext uri="{FF2B5EF4-FFF2-40B4-BE49-F238E27FC236}">
                <a16:creationId xmlns:a16="http://schemas.microsoft.com/office/drawing/2014/main" id="{CD2D664E-6702-6607-A37E-2E996144917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-5568" y="-2784"/>
            <a:ext cx="3443288" cy="6891337"/>
          </a:xfrm>
          <a:custGeom>
            <a:avLst/>
            <a:gdLst>
              <a:gd name="connsiteX0" fmla="*/ 3443288 w 3443288"/>
              <a:gd name="connsiteY0" fmla="*/ 0 h 6891337"/>
              <a:gd name="connsiteX1" fmla="*/ 0 w 3443288"/>
              <a:gd name="connsiteY1" fmla="*/ 0 h 6891337"/>
              <a:gd name="connsiteX2" fmla="*/ 0 w 3443288"/>
              <a:gd name="connsiteY2" fmla="*/ 6891338 h 6891337"/>
              <a:gd name="connsiteX3" fmla="*/ 3443288 w 3443288"/>
              <a:gd name="connsiteY3" fmla="*/ 6891338 h 6891337"/>
              <a:gd name="connsiteX4" fmla="*/ 3443288 w 3443288"/>
              <a:gd name="connsiteY4" fmla="*/ 0 h 689133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443288" h="6891337">
                <a:moveTo>
                  <a:pt x="3443288" y="0"/>
                </a:moveTo>
                <a:lnTo>
                  <a:pt x="0" y="0"/>
                </a:lnTo>
                <a:lnTo>
                  <a:pt x="0" y="6891338"/>
                </a:lnTo>
                <a:lnTo>
                  <a:pt x="3443288" y="6891338"/>
                </a:lnTo>
                <a:lnTo>
                  <a:pt x="3443288" y="0"/>
                </a:lnTo>
                <a:close/>
              </a:path>
            </a:pathLst>
          </a:custGeom>
          <a:solidFill>
            <a:schemeClr val="accent3"/>
          </a:solidFill>
          <a:ln w="4756" cap="flat">
            <a:noFill/>
            <a:prstDash val="solid"/>
            <a:miter/>
          </a:ln>
        </p:spPr>
        <p:txBody>
          <a:bodyPr rtlCol="0" anchor="ctr">
            <a:noAutofit/>
          </a:bodyPr>
          <a:lstStyle/>
          <a:p>
            <a:endParaRPr lang="en-US" dirty="0"/>
          </a:p>
        </p:txBody>
      </p:sp>
      <p:pic>
        <p:nvPicPr>
          <p:cNvPr id="13" name="Image 1">
            <a:extLst>
              <a:ext uri="{FF2B5EF4-FFF2-40B4-BE49-F238E27FC236}">
                <a16:creationId xmlns:a16="http://schemas.microsoft.com/office/drawing/2014/main" id="{951C5737-DF7E-D671-AC74-9E488335BCA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rcRect/>
          <a:stretch/>
        </p:blipFill>
        <p:spPr>
          <a:xfrm>
            <a:off x="1703311" y="-2784"/>
            <a:ext cx="1734410" cy="5167313"/>
          </a:xfrm>
          <a:prstGeom prst="rect">
            <a:avLst/>
          </a:prstGeom>
        </p:spPr>
      </p:pic>
      <p:sp>
        <p:nvSpPr>
          <p:cNvPr id="39" name="Freeform: Shape 38">
            <a:extLst>
              <a:ext uri="{FF2B5EF4-FFF2-40B4-BE49-F238E27FC236}">
                <a16:creationId xmlns:a16="http://schemas.microsoft.com/office/drawing/2014/main" id="{F232A1E1-DD38-15EA-6CA1-A84950EC43F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1721621" y="-2784"/>
            <a:ext cx="1716115" cy="1720853"/>
          </a:xfrm>
          <a:custGeom>
            <a:avLst/>
            <a:gdLst>
              <a:gd name="connsiteX0" fmla="*/ 93358 w 1716115"/>
              <a:gd name="connsiteY0" fmla="*/ 0 h 1720853"/>
              <a:gd name="connsiteX1" fmla="*/ 110348 w 1716115"/>
              <a:gd name="connsiteY1" fmla="*/ 0 h 1720853"/>
              <a:gd name="connsiteX2" fmla="*/ 1716029 w 1716115"/>
              <a:gd name="connsiteY2" fmla="*/ 1610112 h 1720853"/>
              <a:gd name="connsiteX3" fmla="*/ 1716029 w 1716115"/>
              <a:gd name="connsiteY3" fmla="*/ 1627151 h 1720853"/>
              <a:gd name="connsiteX4" fmla="*/ 1716115 w 1716115"/>
              <a:gd name="connsiteY4" fmla="*/ 1627237 h 1720853"/>
              <a:gd name="connsiteX5" fmla="*/ 93358 w 1716115"/>
              <a:gd name="connsiteY5" fmla="*/ 0 h 1720853"/>
              <a:gd name="connsiteX6" fmla="*/ 0 w 1716115"/>
              <a:gd name="connsiteY6" fmla="*/ 0 h 1720853"/>
              <a:gd name="connsiteX7" fmla="*/ 16989 w 1716115"/>
              <a:gd name="connsiteY7" fmla="*/ 0 h 1720853"/>
              <a:gd name="connsiteX8" fmla="*/ 1716114 w 1716115"/>
              <a:gd name="connsiteY8" fmla="*/ 1703814 h 1720853"/>
              <a:gd name="connsiteX9" fmla="*/ 1716114 w 1716115"/>
              <a:gd name="connsiteY9" fmla="*/ 1720853 h 1720853"/>
              <a:gd name="connsiteX10" fmla="*/ 0 w 1716115"/>
              <a:gd name="connsiteY10" fmla="*/ 0 h 1720853"/>
              <a:gd name="connsiteX11" fmla="*/ 186798 w 1716115"/>
              <a:gd name="connsiteY11" fmla="*/ 0 h 1720853"/>
              <a:gd name="connsiteX12" fmla="*/ 203788 w 1716115"/>
              <a:gd name="connsiteY12" fmla="*/ 0 h 1720853"/>
              <a:gd name="connsiteX13" fmla="*/ 1716109 w 1716115"/>
              <a:gd name="connsiteY13" fmla="*/ 1516501 h 1720853"/>
              <a:gd name="connsiteX14" fmla="*/ 1716109 w 1716115"/>
              <a:gd name="connsiteY14" fmla="*/ 1533535 h 1720853"/>
              <a:gd name="connsiteX15" fmla="*/ 186798 w 1716115"/>
              <a:gd name="connsiteY15" fmla="*/ 0 h 1720853"/>
              <a:gd name="connsiteX16" fmla="*/ 280155 w 1716115"/>
              <a:gd name="connsiteY16" fmla="*/ 0 h 1720853"/>
              <a:gd name="connsiteX17" fmla="*/ 297145 w 1716115"/>
              <a:gd name="connsiteY17" fmla="*/ 0 h 1720853"/>
              <a:gd name="connsiteX18" fmla="*/ 1716114 w 1716115"/>
              <a:gd name="connsiteY18" fmla="*/ 1422885 h 1720853"/>
              <a:gd name="connsiteX19" fmla="*/ 1716114 w 1716115"/>
              <a:gd name="connsiteY19" fmla="*/ 1439924 h 1720853"/>
              <a:gd name="connsiteX20" fmla="*/ 280155 w 1716115"/>
              <a:gd name="connsiteY20" fmla="*/ 0 h 1720853"/>
              <a:gd name="connsiteX21" fmla="*/ 373512 w 1716115"/>
              <a:gd name="connsiteY21" fmla="*/ 0 h 1720853"/>
              <a:gd name="connsiteX22" fmla="*/ 390502 w 1716115"/>
              <a:gd name="connsiteY22" fmla="*/ 0 h 1720853"/>
              <a:gd name="connsiteX23" fmla="*/ 1716029 w 1716115"/>
              <a:gd name="connsiteY23" fmla="*/ 1329184 h 1720853"/>
              <a:gd name="connsiteX24" fmla="*/ 1716029 w 1716115"/>
              <a:gd name="connsiteY24" fmla="*/ 1346223 h 1720853"/>
              <a:gd name="connsiteX25" fmla="*/ 1716114 w 1716115"/>
              <a:gd name="connsiteY25" fmla="*/ 1346308 h 1720853"/>
              <a:gd name="connsiteX26" fmla="*/ 373512 w 1716115"/>
              <a:gd name="connsiteY26" fmla="*/ 0 h 1720853"/>
              <a:gd name="connsiteX27" fmla="*/ 466953 w 1716115"/>
              <a:gd name="connsiteY27" fmla="*/ 0 h 1720853"/>
              <a:gd name="connsiteX28" fmla="*/ 483944 w 1716115"/>
              <a:gd name="connsiteY28" fmla="*/ 0 h 1720853"/>
              <a:gd name="connsiteX29" fmla="*/ 1716110 w 1716115"/>
              <a:gd name="connsiteY29" fmla="*/ 1235573 h 1720853"/>
              <a:gd name="connsiteX30" fmla="*/ 1716110 w 1716115"/>
              <a:gd name="connsiteY30" fmla="*/ 1252607 h 1720853"/>
              <a:gd name="connsiteX31" fmla="*/ 466953 w 1716115"/>
              <a:gd name="connsiteY31" fmla="*/ 0 h 1720853"/>
              <a:gd name="connsiteX32" fmla="*/ 560310 w 1716115"/>
              <a:gd name="connsiteY32" fmla="*/ 0 h 1720853"/>
              <a:gd name="connsiteX33" fmla="*/ 577297 w 1716115"/>
              <a:gd name="connsiteY33" fmla="*/ 0 h 1720853"/>
              <a:gd name="connsiteX34" fmla="*/ 1716109 w 1716115"/>
              <a:gd name="connsiteY34" fmla="*/ 1141957 h 1720853"/>
              <a:gd name="connsiteX35" fmla="*/ 1716109 w 1716115"/>
              <a:gd name="connsiteY35" fmla="*/ 1158991 h 1720853"/>
              <a:gd name="connsiteX36" fmla="*/ 560310 w 1716115"/>
              <a:gd name="connsiteY36" fmla="*/ 0 h 1720853"/>
              <a:gd name="connsiteX37" fmla="*/ 653668 w 1716115"/>
              <a:gd name="connsiteY37" fmla="*/ 0 h 1720853"/>
              <a:gd name="connsiteX38" fmla="*/ 670655 w 1716115"/>
              <a:gd name="connsiteY38" fmla="*/ 0 h 1720853"/>
              <a:gd name="connsiteX39" fmla="*/ 1716029 w 1716115"/>
              <a:gd name="connsiteY39" fmla="*/ 1048255 h 1720853"/>
              <a:gd name="connsiteX40" fmla="*/ 1716029 w 1716115"/>
              <a:gd name="connsiteY40" fmla="*/ 1065294 h 1720853"/>
              <a:gd name="connsiteX41" fmla="*/ 1716114 w 1716115"/>
              <a:gd name="connsiteY41" fmla="*/ 1065380 h 1720853"/>
              <a:gd name="connsiteX42" fmla="*/ 653668 w 1716115"/>
              <a:gd name="connsiteY42" fmla="*/ 0 h 1720853"/>
              <a:gd name="connsiteX43" fmla="*/ 747112 w 1716115"/>
              <a:gd name="connsiteY43" fmla="*/ 0 h 1720853"/>
              <a:gd name="connsiteX44" fmla="*/ 764104 w 1716115"/>
              <a:gd name="connsiteY44" fmla="*/ 0 h 1720853"/>
              <a:gd name="connsiteX45" fmla="*/ 1716115 w 1716115"/>
              <a:gd name="connsiteY45" fmla="*/ 954644 h 1720853"/>
              <a:gd name="connsiteX46" fmla="*/ 1716115 w 1716115"/>
              <a:gd name="connsiteY46" fmla="*/ 971678 h 1720853"/>
              <a:gd name="connsiteX47" fmla="*/ 747112 w 1716115"/>
              <a:gd name="connsiteY47" fmla="*/ 0 h 1720853"/>
              <a:gd name="connsiteX48" fmla="*/ 840465 w 1716115"/>
              <a:gd name="connsiteY48" fmla="*/ 0 h 1720853"/>
              <a:gd name="connsiteX49" fmla="*/ 857452 w 1716115"/>
              <a:gd name="connsiteY49" fmla="*/ 0 h 1720853"/>
              <a:gd name="connsiteX50" fmla="*/ 1716109 w 1716115"/>
              <a:gd name="connsiteY50" fmla="*/ 861028 h 1720853"/>
              <a:gd name="connsiteX51" fmla="*/ 1716109 w 1716115"/>
              <a:gd name="connsiteY51" fmla="*/ 878062 h 1720853"/>
              <a:gd name="connsiteX52" fmla="*/ 840465 w 1716115"/>
              <a:gd name="connsiteY52" fmla="*/ 0 h 1720853"/>
              <a:gd name="connsiteX53" fmla="*/ 933823 w 1716115"/>
              <a:gd name="connsiteY53" fmla="*/ 0 h 1720853"/>
              <a:gd name="connsiteX54" fmla="*/ 950810 w 1716115"/>
              <a:gd name="connsiteY54" fmla="*/ 0 h 1720853"/>
              <a:gd name="connsiteX55" fmla="*/ 1716114 w 1716115"/>
              <a:gd name="connsiteY55" fmla="*/ 767327 h 1720853"/>
              <a:gd name="connsiteX56" fmla="*/ 1716114 w 1716115"/>
              <a:gd name="connsiteY56" fmla="*/ 784366 h 1720853"/>
              <a:gd name="connsiteX57" fmla="*/ 1716114 w 1716115"/>
              <a:gd name="connsiteY57" fmla="*/ 784451 h 1720853"/>
              <a:gd name="connsiteX58" fmla="*/ 933823 w 1716115"/>
              <a:gd name="connsiteY58" fmla="*/ 0 h 1720853"/>
              <a:gd name="connsiteX59" fmla="*/ 1027262 w 1716115"/>
              <a:gd name="connsiteY59" fmla="*/ 0 h 1720853"/>
              <a:gd name="connsiteX60" fmla="*/ 1044254 w 1716115"/>
              <a:gd name="connsiteY60" fmla="*/ 0 h 1720853"/>
              <a:gd name="connsiteX61" fmla="*/ 1716110 w 1716115"/>
              <a:gd name="connsiteY61" fmla="*/ 673716 h 1720853"/>
              <a:gd name="connsiteX62" fmla="*/ 1716110 w 1716115"/>
              <a:gd name="connsiteY62" fmla="*/ 690750 h 1720853"/>
              <a:gd name="connsiteX63" fmla="*/ 1027262 w 1716115"/>
              <a:gd name="connsiteY63" fmla="*/ 0 h 1720853"/>
              <a:gd name="connsiteX64" fmla="*/ 1120625 w 1716115"/>
              <a:gd name="connsiteY64" fmla="*/ 0 h 1720853"/>
              <a:gd name="connsiteX65" fmla="*/ 1137612 w 1716115"/>
              <a:gd name="connsiteY65" fmla="*/ 0 h 1720853"/>
              <a:gd name="connsiteX66" fmla="*/ 1716115 w 1716115"/>
              <a:gd name="connsiteY66" fmla="*/ 580100 h 1720853"/>
              <a:gd name="connsiteX67" fmla="*/ 1716115 w 1716115"/>
              <a:gd name="connsiteY67" fmla="*/ 597134 h 1720853"/>
              <a:gd name="connsiteX68" fmla="*/ 1120625 w 1716115"/>
              <a:gd name="connsiteY68" fmla="*/ 0 h 1720853"/>
              <a:gd name="connsiteX69" fmla="*/ 1213978 w 1716115"/>
              <a:gd name="connsiteY69" fmla="*/ 0 h 1720853"/>
              <a:gd name="connsiteX70" fmla="*/ 1230965 w 1716115"/>
              <a:gd name="connsiteY70" fmla="*/ 0 h 1720853"/>
              <a:gd name="connsiteX71" fmla="*/ 1716109 w 1716115"/>
              <a:gd name="connsiteY71" fmla="*/ 486398 h 1720853"/>
              <a:gd name="connsiteX72" fmla="*/ 1716109 w 1716115"/>
              <a:gd name="connsiteY72" fmla="*/ 503437 h 1720853"/>
              <a:gd name="connsiteX73" fmla="*/ 1716109 w 1716115"/>
              <a:gd name="connsiteY73" fmla="*/ 503523 h 1720853"/>
              <a:gd name="connsiteX74" fmla="*/ 1213978 w 1716115"/>
              <a:gd name="connsiteY74" fmla="*/ 0 h 1720853"/>
              <a:gd name="connsiteX75" fmla="*/ 1307422 w 1716115"/>
              <a:gd name="connsiteY75" fmla="*/ 0 h 1720853"/>
              <a:gd name="connsiteX76" fmla="*/ 1324414 w 1716115"/>
              <a:gd name="connsiteY76" fmla="*/ 0 h 1720853"/>
              <a:gd name="connsiteX77" fmla="*/ 1716115 w 1716115"/>
              <a:gd name="connsiteY77" fmla="*/ 392784 h 1720853"/>
              <a:gd name="connsiteX78" fmla="*/ 1716115 w 1716115"/>
              <a:gd name="connsiteY78" fmla="*/ 409821 h 1720853"/>
              <a:gd name="connsiteX79" fmla="*/ 1307422 w 1716115"/>
              <a:gd name="connsiteY79" fmla="*/ 0 h 1720853"/>
              <a:gd name="connsiteX80" fmla="*/ 1400775 w 1716115"/>
              <a:gd name="connsiteY80" fmla="*/ 0 h 1720853"/>
              <a:gd name="connsiteX81" fmla="*/ 1417762 w 1716115"/>
              <a:gd name="connsiteY81" fmla="*/ 0 h 1720853"/>
              <a:gd name="connsiteX82" fmla="*/ 1716109 w 1716115"/>
              <a:gd name="connsiteY82" fmla="*/ 299170 h 1720853"/>
              <a:gd name="connsiteX83" fmla="*/ 1716109 w 1716115"/>
              <a:gd name="connsiteY83" fmla="*/ 316207 h 1720853"/>
              <a:gd name="connsiteX84" fmla="*/ 1400775 w 1716115"/>
              <a:gd name="connsiteY84" fmla="*/ 0 h 1720853"/>
              <a:gd name="connsiteX85" fmla="*/ 1494133 w 1716115"/>
              <a:gd name="connsiteY85" fmla="*/ 0 h 1720853"/>
              <a:gd name="connsiteX86" fmla="*/ 1511120 w 1716115"/>
              <a:gd name="connsiteY86" fmla="*/ 0 h 1720853"/>
              <a:gd name="connsiteX87" fmla="*/ 1716109 w 1716115"/>
              <a:gd name="connsiteY87" fmla="*/ 205556 h 1720853"/>
              <a:gd name="connsiteX88" fmla="*/ 1716109 w 1716115"/>
              <a:gd name="connsiteY88" fmla="*/ 222592 h 1720853"/>
              <a:gd name="connsiteX89" fmla="*/ 1494133 w 1716115"/>
              <a:gd name="connsiteY89" fmla="*/ 0 h 172085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</a:cxnLst>
            <a:rect l="l" t="t" r="r" b="b"/>
            <a:pathLst>
              <a:path w="1716115" h="1720853">
                <a:moveTo>
                  <a:pt x="93358" y="0"/>
                </a:moveTo>
                <a:lnTo>
                  <a:pt x="110348" y="0"/>
                </a:lnTo>
                <a:cubicBezTo>
                  <a:pt x="110348" y="887874"/>
                  <a:pt x="830686" y="1610112"/>
                  <a:pt x="1716029" y="1610112"/>
                </a:cubicBezTo>
                <a:lnTo>
                  <a:pt x="1716029" y="1627151"/>
                </a:lnTo>
                <a:lnTo>
                  <a:pt x="1716115" y="1627237"/>
                </a:lnTo>
                <a:cubicBezTo>
                  <a:pt x="821334" y="1627237"/>
                  <a:pt x="93358" y="897252"/>
                  <a:pt x="93358" y="0"/>
                </a:cubicBezTo>
                <a:close/>
                <a:moveTo>
                  <a:pt x="0" y="0"/>
                </a:moveTo>
                <a:lnTo>
                  <a:pt x="16989" y="0"/>
                </a:lnTo>
                <a:cubicBezTo>
                  <a:pt x="16989" y="939499"/>
                  <a:pt x="779202" y="1703814"/>
                  <a:pt x="1716114" y="1703814"/>
                </a:cubicBezTo>
                <a:lnTo>
                  <a:pt x="1716114" y="1720853"/>
                </a:lnTo>
                <a:cubicBezTo>
                  <a:pt x="769850" y="1720853"/>
                  <a:pt x="0" y="948877"/>
                  <a:pt x="0" y="0"/>
                </a:cubicBezTo>
                <a:close/>
                <a:moveTo>
                  <a:pt x="186798" y="0"/>
                </a:moveTo>
                <a:lnTo>
                  <a:pt x="203788" y="0"/>
                </a:lnTo>
                <a:cubicBezTo>
                  <a:pt x="203788" y="836248"/>
                  <a:pt x="882254" y="1516501"/>
                  <a:pt x="1716109" y="1516501"/>
                </a:cubicBezTo>
                <a:lnTo>
                  <a:pt x="1716109" y="1533535"/>
                </a:lnTo>
                <a:cubicBezTo>
                  <a:pt x="872812" y="1533535"/>
                  <a:pt x="186798" y="845626"/>
                  <a:pt x="186798" y="0"/>
                </a:cubicBezTo>
                <a:close/>
                <a:moveTo>
                  <a:pt x="280155" y="0"/>
                </a:moveTo>
                <a:lnTo>
                  <a:pt x="297145" y="0"/>
                </a:lnTo>
                <a:cubicBezTo>
                  <a:pt x="297145" y="784537"/>
                  <a:pt x="933652" y="1422885"/>
                  <a:pt x="1716114" y="1422885"/>
                </a:cubicBezTo>
                <a:lnTo>
                  <a:pt x="1716114" y="1439924"/>
                </a:lnTo>
                <a:cubicBezTo>
                  <a:pt x="924300" y="1439924"/>
                  <a:pt x="280155" y="794001"/>
                  <a:pt x="280155" y="0"/>
                </a:cubicBezTo>
                <a:close/>
                <a:moveTo>
                  <a:pt x="373512" y="0"/>
                </a:moveTo>
                <a:lnTo>
                  <a:pt x="390502" y="0"/>
                </a:lnTo>
                <a:cubicBezTo>
                  <a:pt x="390502" y="732911"/>
                  <a:pt x="985135" y="1329184"/>
                  <a:pt x="1716029" y="1329184"/>
                </a:cubicBezTo>
                <a:lnTo>
                  <a:pt x="1716029" y="1346223"/>
                </a:lnTo>
                <a:lnTo>
                  <a:pt x="1716114" y="1346308"/>
                </a:lnTo>
                <a:cubicBezTo>
                  <a:pt x="975783" y="1346308"/>
                  <a:pt x="373512" y="742375"/>
                  <a:pt x="373512" y="0"/>
                </a:cubicBezTo>
                <a:close/>
                <a:moveTo>
                  <a:pt x="466953" y="0"/>
                </a:moveTo>
                <a:lnTo>
                  <a:pt x="483944" y="0"/>
                </a:lnTo>
                <a:cubicBezTo>
                  <a:pt x="483944" y="681286"/>
                  <a:pt x="1036704" y="1235573"/>
                  <a:pt x="1716110" y="1235573"/>
                </a:cubicBezTo>
                <a:lnTo>
                  <a:pt x="1716110" y="1252607"/>
                </a:lnTo>
                <a:cubicBezTo>
                  <a:pt x="1027347" y="1252607"/>
                  <a:pt x="466953" y="690664"/>
                  <a:pt x="466953" y="0"/>
                </a:cubicBezTo>
                <a:close/>
                <a:moveTo>
                  <a:pt x="560310" y="0"/>
                </a:moveTo>
                <a:lnTo>
                  <a:pt x="577297" y="0"/>
                </a:lnTo>
                <a:cubicBezTo>
                  <a:pt x="577297" y="629660"/>
                  <a:pt x="1088188" y="1141957"/>
                  <a:pt x="1716109" y="1141957"/>
                </a:cubicBezTo>
                <a:lnTo>
                  <a:pt x="1716109" y="1158991"/>
                </a:lnTo>
                <a:cubicBezTo>
                  <a:pt x="1078835" y="1158991"/>
                  <a:pt x="560310" y="639038"/>
                  <a:pt x="560310" y="0"/>
                </a:cubicBezTo>
                <a:close/>
                <a:moveTo>
                  <a:pt x="653668" y="0"/>
                </a:moveTo>
                <a:lnTo>
                  <a:pt x="670655" y="0"/>
                </a:lnTo>
                <a:cubicBezTo>
                  <a:pt x="670655" y="578035"/>
                  <a:pt x="1139586" y="1048255"/>
                  <a:pt x="1716029" y="1048255"/>
                </a:cubicBezTo>
                <a:lnTo>
                  <a:pt x="1716029" y="1065294"/>
                </a:lnTo>
                <a:lnTo>
                  <a:pt x="1716114" y="1065380"/>
                </a:lnTo>
                <a:cubicBezTo>
                  <a:pt x="1130319" y="1065380"/>
                  <a:pt x="653668" y="587499"/>
                  <a:pt x="653668" y="0"/>
                </a:cubicBezTo>
                <a:close/>
                <a:moveTo>
                  <a:pt x="747112" y="0"/>
                </a:moveTo>
                <a:lnTo>
                  <a:pt x="764104" y="0"/>
                </a:lnTo>
                <a:cubicBezTo>
                  <a:pt x="764104" y="526409"/>
                  <a:pt x="1191155" y="954644"/>
                  <a:pt x="1716115" y="954644"/>
                </a:cubicBezTo>
                <a:lnTo>
                  <a:pt x="1716115" y="971678"/>
                </a:lnTo>
                <a:cubicBezTo>
                  <a:pt x="1181802" y="971678"/>
                  <a:pt x="747112" y="535787"/>
                  <a:pt x="747112" y="0"/>
                </a:cubicBezTo>
                <a:close/>
                <a:moveTo>
                  <a:pt x="840465" y="0"/>
                </a:moveTo>
                <a:lnTo>
                  <a:pt x="857452" y="0"/>
                </a:lnTo>
                <a:cubicBezTo>
                  <a:pt x="857452" y="474783"/>
                  <a:pt x="1242638" y="861028"/>
                  <a:pt x="1716109" y="861028"/>
                </a:cubicBezTo>
                <a:lnTo>
                  <a:pt x="1716109" y="878062"/>
                </a:lnTo>
                <a:cubicBezTo>
                  <a:pt x="1233281" y="878062"/>
                  <a:pt x="840465" y="484162"/>
                  <a:pt x="840465" y="0"/>
                </a:cubicBezTo>
                <a:close/>
                <a:moveTo>
                  <a:pt x="933823" y="0"/>
                </a:moveTo>
                <a:lnTo>
                  <a:pt x="950810" y="0"/>
                </a:lnTo>
                <a:cubicBezTo>
                  <a:pt x="950810" y="423157"/>
                  <a:pt x="1294121" y="767327"/>
                  <a:pt x="1716114" y="767327"/>
                </a:cubicBezTo>
                <a:lnTo>
                  <a:pt x="1716114" y="784366"/>
                </a:lnTo>
                <a:lnTo>
                  <a:pt x="1716114" y="784451"/>
                </a:lnTo>
                <a:cubicBezTo>
                  <a:pt x="1284769" y="784451"/>
                  <a:pt x="933823" y="432536"/>
                  <a:pt x="933823" y="0"/>
                </a:cubicBezTo>
                <a:close/>
                <a:moveTo>
                  <a:pt x="1027262" y="0"/>
                </a:moveTo>
                <a:lnTo>
                  <a:pt x="1044254" y="0"/>
                </a:lnTo>
                <a:cubicBezTo>
                  <a:pt x="1044254" y="371532"/>
                  <a:pt x="1345685" y="673716"/>
                  <a:pt x="1716110" y="673716"/>
                </a:cubicBezTo>
                <a:lnTo>
                  <a:pt x="1716110" y="690750"/>
                </a:lnTo>
                <a:cubicBezTo>
                  <a:pt x="1336248" y="690750"/>
                  <a:pt x="1027262" y="380824"/>
                  <a:pt x="1027262" y="0"/>
                </a:cubicBezTo>
                <a:close/>
                <a:moveTo>
                  <a:pt x="1120625" y="0"/>
                </a:moveTo>
                <a:lnTo>
                  <a:pt x="1137612" y="0"/>
                </a:lnTo>
                <a:cubicBezTo>
                  <a:pt x="1137612" y="319820"/>
                  <a:pt x="1397088" y="580100"/>
                  <a:pt x="1716115" y="580100"/>
                </a:cubicBezTo>
                <a:lnTo>
                  <a:pt x="1716115" y="597134"/>
                </a:lnTo>
                <a:cubicBezTo>
                  <a:pt x="1387736" y="597134"/>
                  <a:pt x="1120625" y="329285"/>
                  <a:pt x="1120625" y="0"/>
                </a:cubicBezTo>
                <a:close/>
                <a:moveTo>
                  <a:pt x="1213978" y="0"/>
                </a:moveTo>
                <a:lnTo>
                  <a:pt x="1230965" y="0"/>
                </a:lnTo>
                <a:cubicBezTo>
                  <a:pt x="1230965" y="268195"/>
                  <a:pt x="1448571" y="486398"/>
                  <a:pt x="1716109" y="486398"/>
                </a:cubicBezTo>
                <a:lnTo>
                  <a:pt x="1716109" y="503437"/>
                </a:lnTo>
                <a:lnTo>
                  <a:pt x="1716109" y="503523"/>
                </a:lnTo>
                <a:cubicBezTo>
                  <a:pt x="1439214" y="503523"/>
                  <a:pt x="1213978" y="277659"/>
                  <a:pt x="1213978" y="0"/>
                </a:cubicBezTo>
                <a:close/>
                <a:moveTo>
                  <a:pt x="1307422" y="0"/>
                </a:moveTo>
                <a:lnTo>
                  <a:pt x="1324414" y="0"/>
                </a:lnTo>
                <a:cubicBezTo>
                  <a:pt x="1324414" y="216569"/>
                  <a:pt x="1500141" y="392784"/>
                  <a:pt x="1716115" y="392784"/>
                </a:cubicBezTo>
                <a:lnTo>
                  <a:pt x="1716115" y="409821"/>
                </a:lnTo>
                <a:cubicBezTo>
                  <a:pt x="1490703" y="409821"/>
                  <a:pt x="1307422" y="225948"/>
                  <a:pt x="1307422" y="0"/>
                </a:cubicBezTo>
                <a:close/>
                <a:moveTo>
                  <a:pt x="1400775" y="0"/>
                </a:moveTo>
                <a:lnTo>
                  <a:pt x="1417762" y="0"/>
                </a:lnTo>
                <a:cubicBezTo>
                  <a:pt x="1417762" y="164944"/>
                  <a:pt x="1551619" y="299170"/>
                  <a:pt x="1716109" y="299170"/>
                </a:cubicBezTo>
                <a:lnTo>
                  <a:pt x="1716109" y="316207"/>
                </a:lnTo>
                <a:cubicBezTo>
                  <a:pt x="1542266" y="316207"/>
                  <a:pt x="1400775" y="174322"/>
                  <a:pt x="1400775" y="0"/>
                </a:cubicBezTo>
                <a:close/>
                <a:moveTo>
                  <a:pt x="1494133" y="0"/>
                </a:moveTo>
                <a:lnTo>
                  <a:pt x="1511120" y="0"/>
                </a:lnTo>
                <a:cubicBezTo>
                  <a:pt x="1511120" y="113318"/>
                  <a:pt x="1603017" y="205556"/>
                  <a:pt x="1716109" y="205556"/>
                </a:cubicBezTo>
                <a:lnTo>
                  <a:pt x="1716109" y="222592"/>
                </a:lnTo>
                <a:cubicBezTo>
                  <a:pt x="1593750" y="222592"/>
                  <a:pt x="1494133" y="122783"/>
                  <a:pt x="1494133" y="0"/>
                </a:cubicBezTo>
                <a:close/>
              </a:path>
            </a:pathLst>
          </a:custGeom>
          <a:solidFill>
            <a:schemeClr val="bg1">
              <a:alpha val="99000"/>
            </a:schemeClr>
          </a:solidFill>
          <a:ln w="4723" cap="flat">
            <a:noFill/>
            <a:prstDash val="solid"/>
            <a:miter/>
          </a:ln>
        </p:spPr>
        <p:txBody>
          <a:bodyPr rtlCol="0" anchor="ctr"/>
          <a:lstStyle/>
          <a:p>
            <a:endParaRPr lang="en-US" dirty="0"/>
          </a:p>
        </p:txBody>
      </p:sp>
      <p:sp>
        <p:nvSpPr>
          <p:cNvPr id="17" name="Image 5">
            <a:extLst>
              <a:ext uri="{FF2B5EF4-FFF2-40B4-BE49-F238E27FC236}">
                <a16:creationId xmlns:a16="http://schemas.microsoft.com/office/drawing/2014/main" id="{B9036D42-A06F-E6EE-BB91-8BAF045198B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-5568" y="3440504"/>
            <a:ext cx="3443288" cy="3448050"/>
          </a:xfrm>
          <a:custGeom>
            <a:avLst/>
            <a:gdLst>
              <a:gd name="connsiteX0" fmla="*/ 1721644 w 3443288"/>
              <a:gd name="connsiteY0" fmla="*/ 3448051 h 3448050"/>
              <a:gd name="connsiteX1" fmla="*/ 3443288 w 3443288"/>
              <a:gd name="connsiteY1" fmla="*/ 1724025 h 3448050"/>
              <a:gd name="connsiteX2" fmla="*/ 1721644 w 3443288"/>
              <a:gd name="connsiteY2" fmla="*/ 0 h 3448050"/>
              <a:gd name="connsiteX3" fmla="*/ 0 w 3443288"/>
              <a:gd name="connsiteY3" fmla="*/ 1724025 h 3448050"/>
              <a:gd name="connsiteX4" fmla="*/ 1721644 w 3443288"/>
              <a:gd name="connsiteY4" fmla="*/ 3448051 h 34480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443288" h="3448050">
                <a:moveTo>
                  <a:pt x="1721644" y="3448051"/>
                </a:moveTo>
                <a:cubicBezTo>
                  <a:pt x="2672482" y="3448051"/>
                  <a:pt x="3443288" y="2676178"/>
                  <a:pt x="3443288" y="1724025"/>
                </a:cubicBezTo>
                <a:cubicBezTo>
                  <a:pt x="3443288" y="771873"/>
                  <a:pt x="2672482" y="0"/>
                  <a:pt x="1721644" y="0"/>
                </a:cubicBezTo>
                <a:cubicBezTo>
                  <a:pt x="770806" y="0"/>
                  <a:pt x="0" y="771873"/>
                  <a:pt x="0" y="1724025"/>
                </a:cubicBezTo>
                <a:cubicBezTo>
                  <a:pt x="0" y="2676178"/>
                  <a:pt x="770806" y="3448051"/>
                  <a:pt x="1721644" y="3448051"/>
                </a:cubicBezTo>
                <a:close/>
              </a:path>
            </a:pathLst>
          </a:custGeom>
          <a:solidFill>
            <a:schemeClr val="accent6"/>
          </a:solidFill>
          <a:ln w="4756" cap="flat">
            <a:noFill/>
            <a:prstDash val="solid"/>
            <a:miter/>
          </a:ln>
        </p:spPr>
        <p:txBody>
          <a:bodyPr rtlCol="0" anchor="ctr">
            <a:noAutofit/>
          </a:bodyPr>
          <a:lstStyle/>
          <a:p>
            <a:endParaRPr lang="en-US" dirty="0"/>
          </a:p>
        </p:txBody>
      </p:sp>
      <p:pic>
        <p:nvPicPr>
          <p:cNvPr id="19" name="Image 6">
            <a:extLst>
              <a:ext uri="{FF2B5EF4-FFF2-40B4-BE49-F238E27FC236}">
                <a16:creationId xmlns:a16="http://schemas.microsoft.com/office/drawing/2014/main" id="{86E0540C-3355-A50D-AC61-047B54B70C6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4"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rcRect/>
          <a:stretch/>
        </p:blipFill>
        <p:spPr>
          <a:xfrm>
            <a:off x="1718457" y="3440504"/>
            <a:ext cx="1719263" cy="1724025"/>
          </a:xfrm>
          <a:prstGeom prst="rect">
            <a:avLst/>
          </a:prstGeom>
        </p:spPr>
      </p:pic>
      <p:sp>
        <p:nvSpPr>
          <p:cNvPr id="16" name="Slide Number Placeholder 2">
            <a:extLst>
              <a:ext uri="{FF2B5EF4-FFF2-40B4-BE49-F238E27FC236}">
                <a16:creationId xmlns:a16="http://schemas.microsoft.com/office/drawing/2014/main" id="{B00F713C-1CC6-5879-0410-95F179D56AD2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10438475" y="457199"/>
            <a:ext cx="987552" cy="471489"/>
          </a:xfrm>
        </p:spPr>
        <p:txBody>
          <a:bodyPr/>
          <a:lstStyle>
            <a:lvl1pPr>
              <a:defRPr sz="1600">
                <a:latin typeface="+mj-lt"/>
              </a:defRPr>
            </a:lvl1pPr>
          </a:lstStyle>
          <a:p>
            <a:fld id="{48F63A3B-78C7-47BE-AE5E-E10140E04643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2" name="Content Placeholder 2">
            <a:extLst>
              <a:ext uri="{FF2B5EF4-FFF2-40B4-BE49-F238E27FC236}">
                <a16:creationId xmlns:a16="http://schemas.microsoft.com/office/drawing/2014/main" id="{8E40D3F2-4A7A-F909-AC98-0B402B26776E}"/>
              </a:ext>
            </a:extLst>
          </p:cNvPr>
          <p:cNvSpPr>
            <a:spLocks noGrp="1"/>
          </p:cNvSpPr>
          <p:nvPr>
            <p:ph idx="11" hasCustomPrompt="1"/>
          </p:nvPr>
        </p:nvSpPr>
        <p:spPr>
          <a:xfrm>
            <a:off x="4364808" y="3808750"/>
            <a:ext cx="7043618" cy="2233233"/>
          </a:xfrm>
        </p:spPr>
        <p:txBody>
          <a:bodyPr lIns="91440" tIns="0" rIns="91440" bIns="0">
            <a:norm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2400"/>
            </a:lvl1pPr>
            <a:lvl2pPr marL="347472">
              <a:lnSpc>
                <a:spcPct val="100000"/>
              </a:lnSpc>
              <a:spcBef>
                <a:spcPts val="0"/>
              </a:spcBef>
              <a:defRPr sz="2400"/>
            </a:lvl2pPr>
            <a:lvl3pPr marL="685800">
              <a:lnSpc>
                <a:spcPct val="100000"/>
              </a:lnSpc>
              <a:spcBef>
                <a:spcPts val="0"/>
              </a:spcBef>
              <a:defRPr sz="2400"/>
            </a:lvl3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</p:txBody>
      </p:sp>
    </p:spTree>
    <p:extLst>
      <p:ext uri="{BB962C8B-B14F-4D97-AF65-F5344CB8AC3E}">
        <p14:creationId xmlns:p14="http://schemas.microsoft.com/office/powerpoint/2010/main" val="311629653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mparison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Freeform 26">
            <a:extLst>
              <a:ext uri="{FF2B5EF4-FFF2-40B4-BE49-F238E27FC236}">
                <a16:creationId xmlns:a16="http://schemas.microsoft.com/office/drawing/2014/main" id="{3C7B0BB3-A5CA-7C72-DC39-AD00EC90964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8989454" y="3427336"/>
            <a:ext cx="3202546" cy="3430665"/>
          </a:xfrm>
          <a:custGeom>
            <a:avLst/>
            <a:gdLst>
              <a:gd name="connsiteX0" fmla="*/ 0 w 3202546"/>
              <a:gd name="connsiteY0" fmla="*/ 0 h 3430665"/>
              <a:gd name="connsiteX1" fmla="*/ 3202546 w 3202546"/>
              <a:gd name="connsiteY1" fmla="*/ 0 h 3430665"/>
              <a:gd name="connsiteX2" fmla="*/ 3202546 w 3202546"/>
              <a:gd name="connsiteY2" fmla="*/ 3430665 h 3430665"/>
              <a:gd name="connsiteX3" fmla="*/ 0 w 3202546"/>
              <a:gd name="connsiteY3" fmla="*/ 3430665 h 343066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202546" h="3430665">
                <a:moveTo>
                  <a:pt x="0" y="0"/>
                </a:moveTo>
                <a:lnTo>
                  <a:pt x="3202546" y="0"/>
                </a:lnTo>
                <a:lnTo>
                  <a:pt x="3202546" y="3430665"/>
                </a:lnTo>
                <a:lnTo>
                  <a:pt x="0" y="3430665"/>
                </a:ln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18" name="Freeform 17">
            <a:extLst>
              <a:ext uri="{FF2B5EF4-FFF2-40B4-BE49-F238E27FC236}">
                <a16:creationId xmlns:a16="http://schemas.microsoft.com/office/drawing/2014/main" id="{07871527-68A5-0A5C-F5A6-A80523BAC92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8989454" y="3654149"/>
            <a:ext cx="3202546" cy="3203852"/>
          </a:xfrm>
          <a:custGeom>
            <a:avLst/>
            <a:gdLst>
              <a:gd name="connsiteX0" fmla="*/ 3202546 w 3202546"/>
              <a:gd name="connsiteY0" fmla="*/ 0 h 3203852"/>
              <a:gd name="connsiteX1" fmla="*/ 3202546 w 3202546"/>
              <a:gd name="connsiteY1" fmla="*/ 3203852 h 3203852"/>
              <a:gd name="connsiteX2" fmla="*/ 0 w 3202546"/>
              <a:gd name="connsiteY2" fmla="*/ 3203852 h 3203852"/>
              <a:gd name="connsiteX3" fmla="*/ 0 w 3202546"/>
              <a:gd name="connsiteY3" fmla="*/ 3190718 h 320385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202546" h="3203852">
                <a:moveTo>
                  <a:pt x="3202546" y="0"/>
                </a:moveTo>
                <a:lnTo>
                  <a:pt x="3202546" y="3203852"/>
                </a:lnTo>
                <a:lnTo>
                  <a:pt x="0" y="3203852"/>
                </a:lnTo>
                <a:lnTo>
                  <a:pt x="0" y="3190718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14" name="Freeform 13">
            <a:extLst>
              <a:ext uri="{FF2B5EF4-FFF2-40B4-BE49-F238E27FC236}">
                <a16:creationId xmlns:a16="http://schemas.microsoft.com/office/drawing/2014/main" id="{CEB118B3-9B06-AD11-738A-7A0651F98B7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8989455" y="1"/>
            <a:ext cx="3202545" cy="3437345"/>
          </a:xfrm>
          <a:custGeom>
            <a:avLst/>
            <a:gdLst>
              <a:gd name="connsiteX0" fmla="*/ 0 w 3202545"/>
              <a:gd name="connsiteY0" fmla="*/ 0 h 3437345"/>
              <a:gd name="connsiteX1" fmla="*/ 3202545 w 3202545"/>
              <a:gd name="connsiteY1" fmla="*/ 0 h 3437345"/>
              <a:gd name="connsiteX2" fmla="*/ 3202545 w 3202545"/>
              <a:gd name="connsiteY2" fmla="*/ 3437345 h 3437345"/>
              <a:gd name="connsiteX3" fmla="*/ 0 w 3202545"/>
              <a:gd name="connsiteY3" fmla="*/ 3437345 h 343734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202545" h="3437345">
                <a:moveTo>
                  <a:pt x="0" y="0"/>
                </a:moveTo>
                <a:lnTo>
                  <a:pt x="3202545" y="0"/>
                </a:lnTo>
                <a:lnTo>
                  <a:pt x="3202545" y="3437345"/>
                </a:lnTo>
                <a:lnTo>
                  <a:pt x="0" y="3437345"/>
                </a:lnTo>
                <a:close/>
              </a:path>
            </a:pathLst>
          </a:custGeom>
          <a:solidFill>
            <a:schemeClr val="accent5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16" name="Freeform 15">
            <a:extLst>
              <a:ext uri="{FF2B5EF4-FFF2-40B4-BE49-F238E27FC236}">
                <a16:creationId xmlns:a16="http://schemas.microsoft.com/office/drawing/2014/main" id="{0EA94262-504E-06F2-F383-E832C37B125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8989454" y="6681"/>
            <a:ext cx="3202546" cy="3436477"/>
          </a:xfrm>
          <a:custGeom>
            <a:avLst/>
            <a:gdLst>
              <a:gd name="connsiteX0" fmla="*/ 0 w 3202546"/>
              <a:gd name="connsiteY0" fmla="*/ 0 h 3436477"/>
              <a:gd name="connsiteX1" fmla="*/ 3202546 w 3202546"/>
              <a:gd name="connsiteY1" fmla="*/ 3214418 h 3436477"/>
              <a:gd name="connsiteX2" fmla="*/ 3202546 w 3202546"/>
              <a:gd name="connsiteY2" fmla="*/ 3436477 h 3436477"/>
              <a:gd name="connsiteX3" fmla="*/ 0 w 3202546"/>
              <a:gd name="connsiteY3" fmla="*/ 3436477 h 343647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202546" h="3436477">
                <a:moveTo>
                  <a:pt x="0" y="0"/>
                </a:moveTo>
                <a:lnTo>
                  <a:pt x="3202546" y="3214418"/>
                </a:lnTo>
                <a:lnTo>
                  <a:pt x="3202546" y="3436477"/>
                </a:lnTo>
                <a:lnTo>
                  <a:pt x="0" y="3436477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20" name="Title 19">
            <a:extLst>
              <a:ext uri="{FF2B5EF4-FFF2-40B4-BE49-F238E27FC236}">
                <a16:creationId xmlns:a16="http://schemas.microsoft.com/office/drawing/2014/main" id="{C26B5661-F583-FA44-8353-161B862E69B1}"/>
              </a:ext>
            </a:extLst>
          </p:cNvPr>
          <p:cNvSpPr>
            <a:spLocks noGrp="1"/>
          </p:cNvSpPr>
          <p:nvPr userDrawn="1">
            <p:ph type="title" hasCustomPrompt="1"/>
          </p:nvPr>
        </p:nvSpPr>
        <p:spPr>
          <a:xfrm>
            <a:off x="914399" y="834635"/>
            <a:ext cx="7796464" cy="1222385"/>
          </a:xfrm>
        </p:spPr>
        <p:txBody>
          <a:bodyPr tIns="0" bIns="0">
            <a:noAutofit/>
          </a:bodyPr>
          <a:lstStyle>
            <a:lvl1pPr algn="l">
              <a:lnSpc>
                <a:spcPct val="100000"/>
              </a:lnSpc>
              <a:defRPr sz="3600"/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19" name="Slide Number Placeholder 2">
            <a:extLst>
              <a:ext uri="{FF2B5EF4-FFF2-40B4-BE49-F238E27FC236}">
                <a16:creationId xmlns:a16="http://schemas.microsoft.com/office/drawing/2014/main" id="{BFBCB81C-7599-87A1-8037-5FB8C374503A}"/>
              </a:ext>
            </a:extLst>
          </p:cNvPr>
          <p:cNvSpPr>
            <a:spLocks noGrp="1"/>
          </p:cNvSpPr>
          <p:nvPr userDrawn="1">
            <p:ph type="sldNum" sz="quarter" idx="10"/>
          </p:nvPr>
        </p:nvSpPr>
        <p:spPr>
          <a:xfrm>
            <a:off x="10438475" y="457199"/>
            <a:ext cx="987552" cy="471489"/>
          </a:xfrm>
        </p:spPr>
        <p:txBody>
          <a:bodyPr/>
          <a:lstStyle>
            <a:lvl1pPr>
              <a:defRPr sz="1600">
                <a:latin typeface="+mj-lt"/>
              </a:defRPr>
            </a:lvl1pPr>
          </a:lstStyle>
          <a:p>
            <a:fld id="{48F63A3B-78C7-47BE-AE5E-E10140E04643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23" name="Content Placeholder 3">
            <a:extLst>
              <a:ext uri="{FF2B5EF4-FFF2-40B4-BE49-F238E27FC236}">
                <a16:creationId xmlns:a16="http://schemas.microsoft.com/office/drawing/2014/main" id="{6FF02D51-6992-3FED-2A19-92E5AC564CF4}"/>
              </a:ext>
            </a:extLst>
          </p:cNvPr>
          <p:cNvSpPr>
            <a:spLocks noGrp="1"/>
          </p:cNvSpPr>
          <p:nvPr userDrawn="1">
            <p:ph sz="half" idx="2" hasCustomPrompt="1"/>
          </p:nvPr>
        </p:nvSpPr>
        <p:spPr>
          <a:xfrm>
            <a:off x="914400" y="2303028"/>
            <a:ext cx="3283119" cy="3720337"/>
          </a:xfrm>
        </p:spPr>
        <p:txBody>
          <a:bodyPr lIns="91440" tIns="0" rIns="91440" bIns="0">
            <a:normAutofit/>
          </a:bodyPr>
          <a:lstStyle>
            <a:lvl1pPr marL="0" indent="0">
              <a:spcBef>
                <a:spcPts val="1000"/>
              </a:spcBef>
              <a:buNone/>
              <a:defRPr sz="1800"/>
            </a:lvl1pPr>
            <a:lvl2pPr marL="283464" indent="-283464">
              <a:spcBef>
                <a:spcPts val="1000"/>
              </a:spcBef>
              <a:defRPr sz="1800"/>
            </a:lvl2pPr>
            <a:lvl3pPr marL="283464" indent="-283464">
              <a:spcBef>
                <a:spcPts val="1000"/>
              </a:spcBef>
              <a:defRPr sz="1800"/>
            </a:lvl3pPr>
            <a:lvl4pPr marL="283464" indent="-283464">
              <a:spcBef>
                <a:spcPts val="1000"/>
              </a:spcBef>
              <a:defRPr sz="1800"/>
            </a:lvl4pPr>
            <a:lvl5pPr marL="283464" indent="-283464">
              <a:spcBef>
                <a:spcPts val="1000"/>
              </a:spcBef>
              <a:defRPr sz="1800"/>
            </a:lvl5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25" name="Content Placeholder 5">
            <a:extLst>
              <a:ext uri="{FF2B5EF4-FFF2-40B4-BE49-F238E27FC236}">
                <a16:creationId xmlns:a16="http://schemas.microsoft.com/office/drawing/2014/main" id="{C2762372-3C12-61F8-F131-E4C08A2B1735}"/>
              </a:ext>
            </a:extLst>
          </p:cNvPr>
          <p:cNvSpPr>
            <a:spLocks noGrp="1"/>
          </p:cNvSpPr>
          <p:nvPr userDrawn="1">
            <p:ph sz="quarter" idx="4" hasCustomPrompt="1"/>
          </p:nvPr>
        </p:nvSpPr>
        <p:spPr>
          <a:xfrm>
            <a:off x="4782159" y="2303028"/>
            <a:ext cx="3284951" cy="3720337"/>
          </a:xfrm>
        </p:spPr>
        <p:txBody>
          <a:bodyPr lIns="91440" tIns="0" rIns="91440" bIns="0">
            <a:normAutofit/>
          </a:bodyPr>
          <a:lstStyle>
            <a:lvl1pPr marL="0" indent="0">
              <a:spcBef>
                <a:spcPts val="1000"/>
              </a:spcBef>
              <a:buNone/>
              <a:defRPr sz="1800"/>
            </a:lvl1pPr>
            <a:lvl2pPr marL="283464" indent="-283464">
              <a:spcBef>
                <a:spcPts val="1000"/>
              </a:spcBef>
              <a:defRPr sz="1800"/>
            </a:lvl2pPr>
            <a:lvl3pPr marL="283464" indent="-283464">
              <a:spcBef>
                <a:spcPts val="1000"/>
              </a:spcBef>
              <a:defRPr sz="1800"/>
            </a:lvl3pPr>
            <a:lvl4pPr marL="283464" indent="-283464">
              <a:spcBef>
                <a:spcPts val="1000"/>
              </a:spcBef>
              <a:defRPr sz="1800"/>
            </a:lvl4pPr>
            <a:lvl5pPr marL="283464" indent="-283464">
              <a:spcBef>
                <a:spcPts val="1000"/>
              </a:spcBef>
              <a:defRPr sz="1800"/>
            </a:lvl5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168673327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melin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Rectangle 32">
            <a:extLst>
              <a:ext uri="{FF2B5EF4-FFF2-40B4-BE49-F238E27FC236}">
                <a16:creationId xmlns:a16="http://schemas.microsoft.com/office/drawing/2014/main" id="{376CF4B8-1811-BD21-43A7-560AC4724F3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-24064" y="-400"/>
            <a:ext cx="12216063" cy="34671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endParaRPr lang="en-US" sz="450" dirty="0"/>
          </a:p>
        </p:txBody>
      </p:sp>
      <p:sp>
        <p:nvSpPr>
          <p:cNvPr id="34" name="Rectangle 33">
            <a:extLst>
              <a:ext uri="{FF2B5EF4-FFF2-40B4-BE49-F238E27FC236}">
                <a16:creationId xmlns:a16="http://schemas.microsoft.com/office/drawing/2014/main" id="{30B7B4F0-D3BC-63DF-6429-F771BE5A327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443346" y="420493"/>
            <a:ext cx="11305309" cy="6026727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600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A65C6DDD-D2BB-0153-0F53-9F7C17BDFD2B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914400" y="965393"/>
            <a:ext cx="7631709" cy="1091627"/>
          </a:xfrm>
        </p:spPr>
        <p:txBody>
          <a:bodyPr tIns="0" bIns="0"/>
          <a:lstStyle>
            <a:lvl1pPr algn="l">
              <a:lnSpc>
                <a:spcPct val="100000"/>
              </a:lnSpc>
              <a:defRPr sz="3600">
                <a:solidFill>
                  <a:schemeClr val="accent6"/>
                </a:solidFill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0AADE444-940A-5A34-8C49-4F15BC33EEC7}"/>
              </a:ext>
            </a:extLst>
          </p:cNvPr>
          <p:cNvSpPr>
            <a:spLocks noGrp="1"/>
          </p:cNvSpPr>
          <p:nvPr>
            <p:ph sz="half" idx="15" hasCustomPrompt="1"/>
          </p:nvPr>
        </p:nvSpPr>
        <p:spPr>
          <a:xfrm>
            <a:off x="914400" y="2303028"/>
            <a:ext cx="3283119" cy="4144192"/>
          </a:xfrm>
        </p:spPr>
        <p:txBody>
          <a:bodyPr lIns="91440" tIns="0" rIns="91440" bIns="0">
            <a:normAutofit/>
          </a:bodyPr>
          <a:lstStyle>
            <a:lvl1pPr marL="457200" indent="-457200">
              <a:spcBef>
                <a:spcPts val="1000"/>
              </a:spcBef>
              <a:buFont typeface="+mj-lt"/>
              <a:buAutoNum type="arabicPeriod"/>
              <a:defRPr sz="1800"/>
            </a:lvl1pPr>
            <a:lvl2pPr marL="745236" indent="-342900">
              <a:spcBef>
                <a:spcPts val="1000"/>
              </a:spcBef>
              <a:buFont typeface="+mj-lt"/>
              <a:buAutoNum type="alphaLcPeriod"/>
              <a:defRPr sz="1800"/>
            </a:lvl2pPr>
            <a:lvl3pPr marL="1202436" indent="-342900">
              <a:spcBef>
                <a:spcPts val="1000"/>
              </a:spcBef>
              <a:buFont typeface="+mj-lt"/>
              <a:buAutoNum type="arabicParenR"/>
              <a:defRPr sz="1800"/>
            </a:lvl3pPr>
            <a:lvl4pPr marL="1659636" indent="-342900">
              <a:spcBef>
                <a:spcPts val="1000"/>
              </a:spcBef>
              <a:buFont typeface="+mj-lt"/>
              <a:buAutoNum type="alphaLcParenR"/>
              <a:defRPr sz="1800"/>
            </a:lvl4pPr>
            <a:lvl5pPr indent="-283464">
              <a:spcBef>
                <a:spcPts val="1000"/>
              </a:spcBef>
              <a:defRPr sz="1800"/>
            </a:lvl5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7A79FCB-9A9F-6B60-A95C-FCF020598DE3}"/>
              </a:ext>
            </a:extLst>
          </p:cNvPr>
          <p:cNvSpPr>
            <a:spLocks noGrp="1"/>
          </p:cNvSpPr>
          <p:nvPr>
            <p:ph sz="half" idx="1" hasCustomPrompt="1"/>
          </p:nvPr>
        </p:nvSpPr>
        <p:spPr>
          <a:xfrm>
            <a:off x="4782159" y="2303028"/>
            <a:ext cx="3763950" cy="4144192"/>
          </a:xfrm>
        </p:spPr>
        <p:txBody>
          <a:bodyPr lIns="91440" tIns="0" rIns="91440" bIns="0">
            <a:normAutofit/>
          </a:bodyPr>
          <a:lstStyle>
            <a:lvl1pPr marL="0" indent="0">
              <a:spcBef>
                <a:spcPts val="1000"/>
              </a:spcBef>
              <a:buNone/>
              <a:defRPr sz="1800"/>
            </a:lvl1pPr>
            <a:lvl2pPr indent="-283464">
              <a:spcBef>
                <a:spcPts val="1000"/>
              </a:spcBef>
              <a:defRPr sz="1800"/>
            </a:lvl2pPr>
            <a:lvl3pPr indent="-283464">
              <a:spcBef>
                <a:spcPts val="1000"/>
              </a:spcBef>
              <a:defRPr sz="1800"/>
            </a:lvl3pPr>
            <a:lvl4pPr indent="-283464">
              <a:spcBef>
                <a:spcPts val="1000"/>
              </a:spcBef>
              <a:defRPr sz="1800"/>
            </a:lvl4pPr>
            <a:lvl5pPr indent="-283464">
              <a:spcBef>
                <a:spcPts val="1000"/>
              </a:spcBef>
              <a:defRPr sz="1800"/>
            </a:lvl5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31" name="Picture Placeholder 30">
            <a:extLst>
              <a:ext uri="{FF2B5EF4-FFF2-40B4-BE49-F238E27FC236}">
                <a16:creationId xmlns:a16="http://schemas.microsoft.com/office/drawing/2014/main" id="{2912B88E-830A-AD4C-378F-46EF5F77950C}"/>
              </a:ext>
            </a:extLst>
          </p:cNvPr>
          <p:cNvSpPr>
            <a:spLocks noGrp="1"/>
          </p:cNvSpPr>
          <p:nvPr>
            <p:ph type="pic" sz="quarter" idx="14" hasCustomPrompt="1"/>
          </p:nvPr>
        </p:nvSpPr>
        <p:spPr>
          <a:xfrm>
            <a:off x="8989454" y="965393"/>
            <a:ext cx="3202545" cy="5892607"/>
          </a:xfrm>
          <a:custGeom>
            <a:avLst/>
            <a:gdLst>
              <a:gd name="connsiteX0" fmla="*/ 0 w 3202545"/>
              <a:gd name="connsiteY0" fmla="*/ 0 h 6023366"/>
              <a:gd name="connsiteX1" fmla="*/ 3202545 w 3202545"/>
              <a:gd name="connsiteY1" fmla="*/ 0 h 6023366"/>
              <a:gd name="connsiteX2" fmla="*/ 3202545 w 3202545"/>
              <a:gd name="connsiteY2" fmla="*/ 3165406 h 6023366"/>
              <a:gd name="connsiteX3" fmla="*/ 2923656 w 3202545"/>
              <a:gd name="connsiteY3" fmla="*/ 3179481 h 6023366"/>
              <a:gd name="connsiteX4" fmla="*/ 364096 w 3202545"/>
              <a:gd name="connsiteY4" fmla="*/ 6016124 h 6023366"/>
              <a:gd name="connsiteX5" fmla="*/ 364096 w 3202545"/>
              <a:gd name="connsiteY5" fmla="*/ 6023364 h 6023366"/>
              <a:gd name="connsiteX6" fmla="*/ 1231541 w 3202545"/>
              <a:gd name="connsiteY6" fmla="*/ 6023364 h 6023366"/>
              <a:gd name="connsiteX7" fmla="*/ 1241636 w 3202545"/>
              <a:gd name="connsiteY7" fmla="*/ 5822974 h 6023366"/>
              <a:gd name="connsiteX8" fmla="*/ 3012253 w 3202545"/>
              <a:gd name="connsiteY8" fmla="*/ 4042481 h 6023366"/>
              <a:gd name="connsiteX9" fmla="*/ 3202545 w 3202545"/>
              <a:gd name="connsiteY9" fmla="*/ 4032784 h 6023366"/>
              <a:gd name="connsiteX10" fmla="*/ 3202545 w 3202545"/>
              <a:gd name="connsiteY10" fmla="*/ 4033098 h 6023366"/>
              <a:gd name="connsiteX11" fmla="*/ 3012291 w 3202545"/>
              <a:gd name="connsiteY11" fmla="*/ 4042794 h 6023366"/>
              <a:gd name="connsiteX12" fmla="*/ 1242011 w 3202545"/>
              <a:gd name="connsiteY12" fmla="*/ 5823008 h 6023366"/>
              <a:gd name="connsiteX13" fmla="*/ 1231918 w 3202545"/>
              <a:gd name="connsiteY13" fmla="*/ 6023365 h 6023366"/>
              <a:gd name="connsiteX14" fmla="*/ 3202545 w 3202545"/>
              <a:gd name="connsiteY14" fmla="*/ 6023365 h 6023366"/>
              <a:gd name="connsiteX15" fmla="*/ 3202545 w 3202545"/>
              <a:gd name="connsiteY15" fmla="*/ 6023366 h 6023366"/>
              <a:gd name="connsiteX16" fmla="*/ 0 w 3202545"/>
              <a:gd name="connsiteY16" fmla="*/ 6023366 h 602336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</a:cxnLst>
            <a:rect l="l" t="t" r="r" b="b"/>
            <a:pathLst>
              <a:path w="3202545" h="6023366">
                <a:moveTo>
                  <a:pt x="0" y="0"/>
                </a:moveTo>
                <a:lnTo>
                  <a:pt x="3202545" y="0"/>
                </a:lnTo>
                <a:lnTo>
                  <a:pt x="3202545" y="3165406"/>
                </a:lnTo>
                <a:lnTo>
                  <a:pt x="2923656" y="3179481"/>
                </a:lnTo>
                <a:cubicBezTo>
                  <a:pt x="1485615" y="3325450"/>
                  <a:pt x="364096" y="4539349"/>
                  <a:pt x="364096" y="6016124"/>
                </a:cubicBezTo>
                <a:lnTo>
                  <a:pt x="364096" y="6023364"/>
                </a:lnTo>
                <a:lnTo>
                  <a:pt x="1231541" y="6023364"/>
                </a:lnTo>
                <a:lnTo>
                  <a:pt x="1241636" y="5822974"/>
                </a:lnTo>
                <a:cubicBezTo>
                  <a:pt x="1336361" y="4887576"/>
                  <a:pt x="2077946" y="4138236"/>
                  <a:pt x="3012253" y="4042481"/>
                </a:cubicBezTo>
                <a:lnTo>
                  <a:pt x="3202545" y="4032784"/>
                </a:lnTo>
                <a:lnTo>
                  <a:pt x="3202545" y="4033098"/>
                </a:lnTo>
                <a:lnTo>
                  <a:pt x="3012291" y="4042794"/>
                </a:lnTo>
                <a:cubicBezTo>
                  <a:pt x="2078162" y="4138534"/>
                  <a:pt x="1336718" y="4887757"/>
                  <a:pt x="1242011" y="5823008"/>
                </a:cubicBezTo>
                <a:lnTo>
                  <a:pt x="1231918" y="6023365"/>
                </a:lnTo>
                <a:lnTo>
                  <a:pt x="3202545" y="6023365"/>
                </a:lnTo>
                <a:lnTo>
                  <a:pt x="3202545" y="6023366"/>
                </a:lnTo>
                <a:lnTo>
                  <a:pt x="0" y="6023366"/>
                </a:lnTo>
                <a:close/>
              </a:path>
            </a:pathLst>
          </a:custGeom>
          <a:solidFill>
            <a:schemeClr val="accent4"/>
          </a:solidFill>
        </p:spPr>
        <p:txBody>
          <a:bodyPr wrap="square">
            <a:noAutofit/>
          </a:bodyPr>
          <a:lstStyle>
            <a:lvl1pPr marL="0" indent="0">
              <a:buNone/>
              <a:defRPr sz="1800"/>
            </a:lvl1pPr>
          </a:lstStyle>
          <a:p>
            <a:pPr lvl="0"/>
            <a:r>
              <a:rPr lang="en-US" dirty="0"/>
              <a:t>Click to add picture</a:t>
            </a:r>
          </a:p>
        </p:txBody>
      </p:sp>
      <p:grpSp>
        <p:nvGrpSpPr>
          <p:cNvPr id="32" name="Group 31">
            <a:extLst>
              <a:ext uri="{FF2B5EF4-FFF2-40B4-BE49-F238E27FC236}">
                <a16:creationId xmlns:a16="http://schemas.microsoft.com/office/drawing/2014/main" id="{B9152F76-E42E-3D76-6BDB-2FA0D69216A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>
            <a:off x="9353550" y="4000041"/>
            <a:ext cx="2838450" cy="2857959"/>
            <a:chOff x="12797096" y="4000041"/>
            <a:chExt cx="2838450" cy="2857959"/>
          </a:xfrm>
        </p:grpSpPr>
        <p:sp>
          <p:nvSpPr>
            <p:cNvPr id="20" name="Freeform: Shape 28">
              <a:extLst>
                <a:ext uri="{FF2B5EF4-FFF2-40B4-BE49-F238E27FC236}">
                  <a16:creationId xmlns:a16="http://schemas.microsoft.com/office/drawing/2014/main" id="{ED0348C7-D83F-0AD7-2539-41219A79569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 userDrawn="1"/>
          </p:nvSpPr>
          <p:spPr>
            <a:xfrm rot="10800000">
              <a:off x="12797096" y="4000041"/>
              <a:ext cx="2838450" cy="2857958"/>
            </a:xfrm>
            <a:custGeom>
              <a:avLst/>
              <a:gdLst>
                <a:gd name="connsiteX0" fmla="*/ 1971005 w 2838450"/>
                <a:gd name="connsiteY0" fmla="*/ 0 h 2857958"/>
                <a:gd name="connsiteX1" fmla="*/ 2838450 w 2838450"/>
                <a:gd name="connsiteY1" fmla="*/ 0 h 2857958"/>
                <a:gd name="connsiteX2" fmla="*/ 2838450 w 2838450"/>
                <a:gd name="connsiteY2" fmla="*/ 7240 h 2857958"/>
                <a:gd name="connsiteX3" fmla="*/ 278890 w 2838450"/>
                <a:gd name="connsiteY3" fmla="*/ 2843883 h 2857958"/>
                <a:gd name="connsiteX4" fmla="*/ 0 w 2838450"/>
                <a:gd name="connsiteY4" fmla="*/ 2857958 h 2857958"/>
                <a:gd name="connsiteX5" fmla="*/ 0 w 2838450"/>
                <a:gd name="connsiteY5" fmla="*/ 1990580 h 2857958"/>
                <a:gd name="connsiteX6" fmla="*/ 190293 w 2838450"/>
                <a:gd name="connsiteY6" fmla="*/ 1980883 h 2857958"/>
                <a:gd name="connsiteX7" fmla="*/ 1960910 w 2838450"/>
                <a:gd name="connsiteY7" fmla="*/ 200390 h 285795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2838450" h="2857958">
                  <a:moveTo>
                    <a:pt x="1971005" y="0"/>
                  </a:moveTo>
                  <a:lnTo>
                    <a:pt x="2838450" y="0"/>
                  </a:lnTo>
                  <a:lnTo>
                    <a:pt x="2838450" y="7240"/>
                  </a:lnTo>
                  <a:cubicBezTo>
                    <a:pt x="2838450" y="1484015"/>
                    <a:pt x="1716931" y="2697914"/>
                    <a:pt x="278890" y="2843883"/>
                  </a:cubicBezTo>
                  <a:lnTo>
                    <a:pt x="0" y="2857958"/>
                  </a:lnTo>
                  <a:lnTo>
                    <a:pt x="0" y="1990580"/>
                  </a:lnTo>
                  <a:lnTo>
                    <a:pt x="190293" y="1980883"/>
                  </a:lnTo>
                  <a:cubicBezTo>
                    <a:pt x="1124600" y="1885128"/>
                    <a:pt x="1866185" y="1135788"/>
                    <a:pt x="1960910" y="20039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  <a:noAutofit/>
            </a:bodyPr>
            <a:lstStyle/>
            <a:p>
              <a:pPr lvl="0"/>
              <a:endParaRPr lang="en-US" dirty="0"/>
            </a:p>
          </p:txBody>
        </p:sp>
        <p:sp>
          <p:nvSpPr>
            <p:cNvPr id="21" name="Freeform: Shape 25">
              <a:extLst>
                <a:ext uri="{FF2B5EF4-FFF2-40B4-BE49-F238E27FC236}">
                  <a16:creationId xmlns:a16="http://schemas.microsoft.com/office/drawing/2014/main" id="{E911AA2D-BE77-278D-CD2E-2EB3E180F3B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 userDrawn="1"/>
          </p:nvSpPr>
          <p:spPr>
            <a:xfrm rot="10800000">
              <a:off x="13664918" y="4867733"/>
              <a:ext cx="1970627" cy="1990267"/>
            </a:xfrm>
            <a:custGeom>
              <a:avLst/>
              <a:gdLst>
                <a:gd name="connsiteX0" fmla="*/ 0 w 1970627"/>
                <a:gd name="connsiteY0" fmla="*/ 0 h 1990267"/>
                <a:gd name="connsiteX1" fmla="*/ 1970627 w 1970627"/>
                <a:gd name="connsiteY1" fmla="*/ 0 h 1990267"/>
                <a:gd name="connsiteX2" fmla="*/ 1960534 w 1970627"/>
                <a:gd name="connsiteY2" fmla="*/ 200357 h 1990267"/>
                <a:gd name="connsiteX3" fmla="*/ 190254 w 1970627"/>
                <a:gd name="connsiteY3" fmla="*/ 1980571 h 1990267"/>
                <a:gd name="connsiteX4" fmla="*/ 0 w 1970627"/>
                <a:gd name="connsiteY4" fmla="*/ 1990267 h 199026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970627" h="1990267">
                  <a:moveTo>
                    <a:pt x="0" y="0"/>
                  </a:moveTo>
                  <a:lnTo>
                    <a:pt x="1970627" y="0"/>
                  </a:lnTo>
                  <a:lnTo>
                    <a:pt x="1960534" y="200357"/>
                  </a:lnTo>
                  <a:cubicBezTo>
                    <a:pt x="1865827" y="1135608"/>
                    <a:pt x="1124383" y="1884831"/>
                    <a:pt x="190254" y="1980571"/>
                  </a:cubicBezTo>
                  <a:lnTo>
                    <a:pt x="0" y="1990267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  <a:noAutofit/>
            </a:bodyPr>
            <a:lstStyle/>
            <a:p>
              <a:pPr lvl="0"/>
              <a:endParaRPr lang="en-US" dirty="0">
                <a:solidFill>
                  <a:schemeClr val="tx1"/>
                </a:solidFill>
              </a:endParaRPr>
            </a:p>
          </p:txBody>
        </p:sp>
        <p:sp>
          <p:nvSpPr>
            <p:cNvPr id="22" name="Freeform: Shape 15">
              <a:extLst>
                <a:ext uri="{FF2B5EF4-FFF2-40B4-BE49-F238E27FC236}">
                  <a16:creationId xmlns:a16="http://schemas.microsoft.com/office/drawing/2014/main" id="{B6CE0BA6-C0FD-AC39-6C31-8477E0CAFDB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 userDrawn="1"/>
          </p:nvSpPr>
          <p:spPr>
            <a:xfrm rot="10800000">
              <a:off x="14632096" y="5844983"/>
              <a:ext cx="1003449" cy="1013015"/>
            </a:xfrm>
            <a:custGeom>
              <a:avLst/>
              <a:gdLst>
                <a:gd name="connsiteX0" fmla="*/ 0 w 1003449"/>
                <a:gd name="connsiteY0" fmla="*/ 0 h 1013015"/>
                <a:gd name="connsiteX1" fmla="*/ 1003449 w 1003449"/>
                <a:gd name="connsiteY1" fmla="*/ 0 h 1013015"/>
                <a:gd name="connsiteX2" fmla="*/ 998306 w 1003449"/>
                <a:gd name="connsiteY2" fmla="*/ 100639 h 1013015"/>
                <a:gd name="connsiteX3" fmla="*/ 90663 w 1003449"/>
                <a:gd name="connsiteY3" fmla="*/ 1008380 h 1013015"/>
                <a:gd name="connsiteX4" fmla="*/ 0 w 1003449"/>
                <a:gd name="connsiteY4" fmla="*/ 1013015 h 101301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003449" h="1013015">
                  <a:moveTo>
                    <a:pt x="0" y="0"/>
                  </a:moveTo>
                  <a:lnTo>
                    <a:pt x="1003449" y="0"/>
                  </a:lnTo>
                  <a:lnTo>
                    <a:pt x="998306" y="100639"/>
                  </a:lnTo>
                  <a:cubicBezTo>
                    <a:pt x="949402" y="576784"/>
                    <a:pt x="566756" y="959471"/>
                    <a:pt x="90663" y="1008380"/>
                  </a:cubicBezTo>
                  <a:lnTo>
                    <a:pt x="0" y="1013015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  <a:noAutofit/>
            </a:bodyPr>
            <a:lstStyle/>
            <a:p>
              <a:pPr lvl="0"/>
              <a:endParaRPr lang="en-US" dirty="0">
                <a:solidFill>
                  <a:schemeClr val="tx1"/>
                </a:solidFill>
              </a:endParaRPr>
            </a:p>
          </p:txBody>
        </p:sp>
        <p:sp>
          <p:nvSpPr>
            <p:cNvPr id="23" name="Image 2">
              <a:extLst>
                <a:ext uri="{FF2B5EF4-FFF2-40B4-BE49-F238E27FC236}">
                  <a16:creationId xmlns:a16="http://schemas.microsoft.com/office/drawing/2014/main" id="{666AD1A4-36DE-12F3-BB78-BA678A59572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 userDrawn="1"/>
          </p:nvSpPr>
          <p:spPr>
            <a:xfrm rot="10800000">
              <a:off x="13402193" y="5492845"/>
              <a:ext cx="775021" cy="775021"/>
            </a:xfrm>
            <a:custGeom>
              <a:avLst/>
              <a:gdLst>
                <a:gd name="connsiteX0" fmla="*/ 387511 w 775021"/>
                <a:gd name="connsiteY0" fmla="*/ 775021 h 775021"/>
                <a:gd name="connsiteX1" fmla="*/ 775021 w 775021"/>
                <a:gd name="connsiteY1" fmla="*/ 387511 h 775021"/>
                <a:gd name="connsiteX2" fmla="*/ 387511 w 775021"/>
                <a:gd name="connsiteY2" fmla="*/ 0 h 775021"/>
                <a:gd name="connsiteX3" fmla="*/ 0 w 775021"/>
                <a:gd name="connsiteY3" fmla="*/ 387511 h 775021"/>
                <a:gd name="connsiteX4" fmla="*/ 387511 w 775021"/>
                <a:gd name="connsiteY4" fmla="*/ 775021 h 77502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75021" h="775021">
                  <a:moveTo>
                    <a:pt x="387511" y="775021"/>
                  </a:moveTo>
                  <a:cubicBezTo>
                    <a:pt x="601527" y="775021"/>
                    <a:pt x="775021" y="601527"/>
                    <a:pt x="775021" y="387511"/>
                  </a:cubicBezTo>
                  <a:cubicBezTo>
                    <a:pt x="775021" y="173494"/>
                    <a:pt x="601527" y="0"/>
                    <a:pt x="387511" y="0"/>
                  </a:cubicBezTo>
                  <a:cubicBezTo>
                    <a:pt x="173494" y="0"/>
                    <a:pt x="0" y="173494"/>
                    <a:pt x="0" y="387511"/>
                  </a:cubicBezTo>
                  <a:cubicBezTo>
                    <a:pt x="0" y="601527"/>
                    <a:pt x="173494" y="775021"/>
                    <a:pt x="387511" y="775021"/>
                  </a:cubicBezTo>
                  <a:close/>
                </a:path>
              </a:pathLst>
            </a:custGeom>
            <a:solidFill>
              <a:schemeClr val="accent6"/>
            </a:solidFill>
            <a:ln w="3801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</p:grpSp>
      <p:sp>
        <p:nvSpPr>
          <p:cNvPr id="44" name="Slide Number Placeholder 2">
            <a:extLst>
              <a:ext uri="{FF2B5EF4-FFF2-40B4-BE49-F238E27FC236}">
                <a16:creationId xmlns:a16="http://schemas.microsoft.com/office/drawing/2014/main" id="{79071EEC-EAD1-8B22-009A-68E74589AA8D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10358437" y="457199"/>
            <a:ext cx="1067589" cy="471489"/>
          </a:xfrm>
        </p:spPr>
        <p:txBody>
          <a:bodyPr/>
          <a:lstStyle>
            <a:lvl1pPr>
              <a:defRPr sz="1600">
                <a:latin typeface="+mj-lt"/>
              </a:defRPr>
            </a:lvl1pPr>
          </a:lstStyle>
          <a:p>
            <a:fld id="{48F63A3B-78C7-47BE-AE5E-E10140E04643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8362045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ummary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Freeform 4">
            <a:extLst>
              <a:ext uri="{FF2B5EF4-FFF2-40B4-BE49-F238E27FC236}">
                <a16:creationId xmlns:a16="http://schemas.microsoft.com/office/drawing/2014/main" id="{28259CF0-6BC5-3693-6F49-C4489C07C31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8989454" y="-2546"/>
            <a:ext cx="3202546" cy="3441072"/>
          </a:xfrm>
          <a:custGeom>
            <a:avLst/>
            <a:gdLst>
              <a:gd name="connsiteX0" fmla="*/ 3202546 w 3202546"/>
              <a:gd name="connsiteY0" fmla="*/ 0 h 3441072"/>
              <a:gd name="connsiteX1" fmla="*/ 3202546 w 3202546"/>
              <a:gd name="connsiteY1" fmla="*/ 3441072 h 3441072"/>
              <a:gd name="connsiteX2" fmla="*/ 0 w 3202546"/>
              <a:gd name="connsiteY2" fmla="*/ 3441072 h 3441072"/>
              <a:gd name="connsiteX3" fmla="*/ 3082686 w 3202546"/>
              <a:gd name="connsiteY3" fmla="*/ 6086 h 344107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202546" h="3441072">
                <a:moveTo>
                  <a:pt x="3202546" y="0"/>
                </a:moveTo>
                <a:lnTo>
                  <a:pt x="3202546" y="3441072"/>
                </a:lnTo>
                <a:lnTo>
                  <a:pt x="0" y="3441072"/>
                </a:lnTo>
                <a:cubicBezTo>
                  <a:pt x="0" y="1653352"/>
                  <a:pt x="1351216" y="182908"/>
                  <a:pt x="3082686" y="6086"/>
                </a:cubicBezTo>
                <a:close/>
              </a:path>
            </a:pathLst>
          </a:custGeom>
          <a:solidFill>
            <a:schemeClr val="accent1"/>
          </a:solidFill>
          <a:ln w="4756" cap="flat">
            <a:noFill/>
            <a:prstDash val="solid"/>
            <a:miter/>
          </a:ln>
        </p:spPr>
        <p:txBody>
          <a:bodyPr wrap="square" rtlCol="0" anchor="ctr">
            <a:noAutofit/>
          </a:bodyPr>
          <a:lstStyle/>
          <a:p>
            <a:endParaRPr lang="en-US" dirty="0"/>
          </a:p>
        </p:txBody>
      </p:sp>
      <p:sp>
        <p:nvSpPr>
          <p:cNvPr id="26" name="Image 4">
            <a:extLst>
              <a:ext uri="{FF2B5EF4-FFF2-40B4-BE49-F238E27FC236}">
                <a16:creationId xmlns:a16="http://schemas.microsoft.com/office/drawing/2014/main" id="{9019DA73-2516-F3D2-ECDB-620C90483DB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 flipV="1">
            <a:off x="9991725" y="1247775"/>
            <a:ext cx="2200275" cy="2181225"/>
          </a:xfrm>
          <a:custGeom>
            <a:avLst/>
            <a:gdLst>
              <a:gd name="connsiteX0" fmla="*/ 0 w 2200275"/>
              <a:gd name="connsiteY0" fmla="*/ 0 h 2181225"/>
              <a:gd name="connsiteX1" fmla="*/ 2200275 w 2200275"/>
              <a:gd name="connsiteY1" fmla="*/ 2181225 h 2181225"/>
              <a:gd name="connsiteX2" fmla="*/ 2200275 w 2200275"/>
              <a:gd name="connsiteY2" fmla="*/ 0 h 2181225"/>
              <a:gd name="connsiteX3" fmla="*/ 0 w 2200275"/>
              <a:gd name="connsiteY3" fmla="*/ 0 h 218122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200275" h="2181225">
                <a:moveTo>
                  <a:pt x="0" y="0"/>
                </a:moveTo>
                <a:cubicBezTo>
                  <a:pt x="0" y="1204689"/>
                  <a:pt x="985061" y="2181225"/>
                  <a:pt x="2200275" y="2181225"/>
                </a:cubicBezTo>
                <a:lnTo>
                  <a:pt x="2200275" y="0"/>
                </a:lnTo>
                <a:lnTo>
                  <a:pt x="0" y="0"/>
                </a:lnTo>
                <a:close/>
              </a:path>
            </a:pathLst>
          </a:custGeom>
          <a:solidFill>
            <a:schemeClr val="accent4"/>
          </a:solidFill>
          <a:ln w="4763" cap="flat">
            <a:noFill/>
            <a:prstDash val="solid"/>
            <a:miter/>
          </a:ln>
        </p:spPr>
        <p:txBody>
          <a:bodyPr rtlCol="0" anchor="ctr"/>
          <a:lstStyle/>
          <a:p>
            <a:endParaRPr lang="en-US" dirty="0"/>
          </a:p>
        </p:txBody>
      </p:sp>
      <p:sp>
        <p:nvSpPr>
          <p:cNvPr id="14" name="Freeform 13">
            <a:extLst>
              <a:ext uri="{FF2B5EF4-FFF2-40B4-BE49-F238E27FC236}">
                <a16:creationId xmlns:a16="http://schemas.microsoft.com/office/drawing/2014/main" id="{5665DA82-D253-8EC5-5DFB-F0266ED9FBB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 flipV="1">
            <a:off x="-20086" y="5331514"/>
            <a:ext cx="2148416" cy="1526486"/>
          </a:xfrm>
          <a:custGeom>
            <a:avLst/>
            <a:gdLst>
              <a:gd name="connsiteX0" fmla="*/ 0 w 2148416"/>
              <a:gd name="connsiteY0" fmla="*/ 1526486 h 1526486"/>
              <a:gd name="connsiteX1" fmla="*/ 2098930 w 2148416"/>
              <a:gd name="connsiteY1" fmla="*/ 135201 h 1526486"/>
              <a:gd name="connsiteX2" fmla="*/ 2148416 w 2148416"/>
              <a:gd name="connsiteY2" fmla="*/ 0 h 1526486"/>
              <a:gd name="connsiteX3" fmla="*/ 0 w 2148416"/>
              <a:gd name="connsiteY3" fmla="*/ 0 h 152648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148416" h="1526486">
                <a:moveTo>
                  <a:pt x="0" y="1526486"/>
                </a:moveTo>
                <a:cubicBezTo>
                  <a:pt x="943526" y="1526486"/>
                  <a:pt x="1753109" y="952785"/>
                  <a:pt x="2098930" y="135201"/>
                </a:cubicBezTo>
                <a:lnTo>
                  <a:pt x="2148416" y="0"/>
                </a:lnTo>
                <a:lnTo>
                  <a:pt x="0" y="0"/>
                </a:lnTo>
                <a:close/>
              </a:path>
            </a:pathLst>
          </a:custGeom>
          <a:solidFill>
            <a:schemeClr val="accent4">
              <a:alpha val="50000"/>
            </a:schemeClr>
          </a:solidFill>
          <a:ln w="5083" cap="flat">
            <a:noFill/>
            <a:prstDash val="solid"/>
            <a:miter/>
          </a:ln>
        </p:spPr>
        <p:txBody>
          <a:bodyPr wrap="square" rtlCol="0" anchor="ctr">
            <a:noAutofit/>
          </a:bodyPr>
          <a:lstStyle/>
          <a:p>
            <a:endParaRPr lang="en-US" dirty="0"/>
          </a:p>
        </p:txBody>
      </p:sp>
      <p:pic>
        <p:nvPicPr>
          <p:cNvPr id="21" name="Image 2">
            <a:extLst>
              <a:ext uri="{FF2B5EF4-FFF2-40B4-BE49-F238E27FC236}">
                <a16:creationId xmlns:a16="http://schemas.microsoft.com/office/drawing/2014/main" id="{A8B7F1F1-806C-8D65-7340-220A0C4653C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rcRect/>
          <a:stretch/>
        </p:blipFill>
        <p:spPr>
          <a:xfrm rot="5400000">
            <a:off x="9991886" y="1247775"/>
            <a:ext cx="2200114" cy="2200114"/>
          </a:xfrm>
          <a:prstGeom prst="rect">
            <a:avLst/>
          </a:prstGeom>
        </p:spPr>
      </p:pic>
      <p:sp>
        <p:nvSpPr>
          <p:cNvPr id="12" name="Freeform 11">
            <a:extLst>
              <a:ext uri="{FF2B5EF4-FFF2-40B4-BE49-F238E27FC236}">
                <a16:creationId xmlns:a16="http://schemas.microsoft.com/office/drawing/2014/main" id="{E76518D4-6149-BA03-3BE5-6A13A792C11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1540428" y="6470488"/>
            <a:ext cx="775021" cy="387513"/>
          </a:xfrm>
          <a:custGeom>
            <a:avLst/>
            <a:gdLst>
              <a:gd name="connsiteX0" fmla="*/ 387511 w 775021"/>
              <a:gd name="connsiteY0" fmla="*/ 0 h 387513"/>
              <a:gd name="connsiteX1" fmla="*/ 775021 w 775021"/>
              <a:gd name="connsiteY1" fmla="*/ 387511 h 387513"/>
              <a:gd name="connsiteX2" fmla="*/ 775021 w 775021"/>
              <a:gd name="connsiteY2" fmla="*/ 387513 h 387513"/>
              <a:gd name="connsiteX3" fmla="*/ 1 w 775021"/>
              <a:gd name="connsiteY3" fmla="*/ 387513 h 387513"/>
              <a:gd name="connsiteX4" fmla="*/ 0 w 775021"/>
              <a:gd name="connsiteY4" fmla="*/ 387511 h 387513"/>
              <a:gd name="connsiteX5" fmla="*/ 387511 w 775021"/>
              <a:gd name="connsiteY5" fmla="*/ 0 h 38751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775021" h="387513">
                <a:moveTo>
                  <a:pt x="387511" y="0"/>
                </a:moveTo>
                <a:cubicBezTo>
                  <a:pt x="601527" y="0"/>
                  <a:pt x="775021" y="173494"/>
                  <a:pt x="775021" y="387511"/>
                </a:cubicBezTo>
                <a:lnTo>
                  <a:pt x="775021" y="387513"/>
                </a:lnTo>
                <a:lnTo>
                  <a:pt x="1" y="387513"/>
                </a:lnTo>
                <a:lnTo>
                  <a:pt x="0" y="387511"/>
                </a:lnTo>
                <a:cubicBezTo>
                  <a:pt x="0" y="173494"/>
                  <a:pt x="173494" y="0"/>
                  <a:pt x="387511" y="0"/>
                </a:cubicBezTo>
                <a:close/>
              </a:path>
            </a:pathLst>
          </a:custGeom>
          <a:solidFill>
            <a:schemeClr val="accent6"/>
          </a:solidFill>
          <a:ln w="3801" cap="flat">
            <a:noFill/>
            <a:prstDash val="solid"/>
            <a:miter/>
          </a:ln>
        </p:spPr>
        <p:txBody>
          <a:bodyPr wrap="square" rtlCol="0" anchor="ctr">
            <a:noAutofit/>
          </a:bodyPr>
          <a:lstStyle/>
          <a:p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4400" y="1057274"/>
            <a:ext cx="7843837" cy="1012782"/>
          </a:xfrm>
        </p:spPr>
        <p:txBody>
          <a:bodyPr tIns="0" bIns="0">
            <a:noAutofit/>
          </a:bodyPr>
          <a:lstStyle>
            <a:lvl1pPr algn="l">
              <a:lnSpc>
                <a:spcPct val="100000"/>
              </a:lnSpc>
              <a:defRPr sz="3600" b="1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0" name="Content Placeholder 2">
            <a:extLst>
              <a:ext uri="{FF2B5EF4-FFF2-40B4-BE49-F238E27FC236}">
                <a16:creationId xmlns:a16="http://schemas.microsoft.com/office/drawing/2014/main" id="{58F56A7F-403C-059D-4B58-A8D59888A158}"/>
              </a:ext>
            </a:extLst>
          </p:cNvPr>
          <p:cNvSpPr>
            <a:spLocks noGrp="1"/>
          </p:cNvSpPr>
          <p:nvPr>
            <p:ph idx="13" hasCustomPrompt="1"/>
          </p:nvPr>
        </p:nvSpPr>
        <p:spPr>
          <a:xfrm>
            <a:off x="914400" y="2331791"/>
            <a:ext cx="6903076" cy="3721817"/>
          </a:xfrm>
        </p:spPr>
        <p:txBody>
          <a:bodyPr tIns="0" bIns="0">
            <a:norm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2400"/>
            </a:lvl1pPr>
            <a:lvl2pPr marL="347472">
              <a:lnSpc>
                <a:spcPct val="100000"/>
              </a:lnSpc>
              <a:spcBef>
                <a:spcPts val="0"/>
              </a:spcBef>
              <a:defRPr sz="2400"/>
            </a:lvl2pPr>
            <a:lvl3pPr marL="685800">
              <a:lnSpc>
                <a:spcPct val="100000"/>
              </a:lnSpc>
              <a:spcBef>
                <a:spcPts val="0"/>
              </a:spcBef>
              <a:defRPr sz="2400"/>
            </a:lvl3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</p:txBody>
      </p:sp>
      <p:sp>
        <p:nvSpPr>
          <p:cNvPr id="10" name="Picture Placeholder 9">
            <a:extLst>
              <a:ext uri="{FF2B5EF4-FFF2-40B4-BE49-F238E27FC236}">
                <a16:creationId xmlns:a16="http://schemas.microsoft.com/office/drawing/2014/main" id="{0723BF40-731C-2A5B-FC2F-B59DEF431C66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8989454" y="3405189"/>
            <a:ext cx="3202546" cy="3452811"/>
          </a:xfrm>
          <a:solidFill>
            <a:schemeClr val="accent1"/>
          </a:solidFill>
        </p:spPr>
        <p:txBody>
          <a:bodyPr>
            <a:normAutofit/>
          </a:bodyPr>
          <a:lstStyle>
            <a:lvl1pPr marL="0" indent="0">
              <a:buNone/>
              <a:defRPr sz="1800"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0" name="Slide Number Placeholder 2">
            <a:extLst>
              <a:ext uri="{FF2B5EF4-FFF2-40B4-BE49-F238E27FC236}">
                <a16:creationId xmlns:a16="http://schemas.microsoft.com/office/drawing/2014/main" id="{3ACD3A33-D8A4-7058-9798-30967E3EFD39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10438475" y="457199"/>
            <a:ext cx="987552" cy="471489"/>
          </a:xfrm>
        </p:spPr>
        <p:txBody>
          <a:bodyPr/>
          <a:lstStyle>
            <a:lvl1pPr>
              <a:defRPr sz="1600">
                <a:latin typeface="+mj-lt"/>
              </a:defRPr>
            </a:lvl1pPr>
          </a:lstStyle>
          <a:p>
            <a:fld id="{48F63A3B-78C7-47BE-AE5E-E10140E04643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0710453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melin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Freeform 11">
            <a:extLst>
              <a:ext uri="{FF2B5EF4-FFF2-40B4-BE49-F238E27FC236}">
                <a16:creationId xmlns:a16="http://schemas.microsoft.com/office/drawing/2014/main" id="{D014917C-8694-B4A4-A211-0F31F00E247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1" y="0"/>
            <a:ext cx="1550562" cy="2545382"/>
          </a:xfrm>
          <a:custGeom>
            <a:avLst/>
            <a:gdLst>
              <a:gd name="connsiteX0" fmla="*/ 683117 w 1550562"/>
              <a:gd name="connsiteY0" fmla="*/ 0 h 2545382"/>
              <a:gd name="connsiteX1" fmla="*/ 1550562 w 1550562"/>
              <a:gd name="connsiteY1" fmla="*/ 0 h 2545382"/>
              <a:gd name="connsiteX2" fmla="*/ 1550562 w 1550562"/>
              <a:gd name="connsiteY2" fmla="*/ 7240 h 2545382"/>
              <a:gd name="connsiteX3" fmla="*/ 221868 w 1550562"/>
              <a:gd name="connsiteY3" fmla="*/ 2418735 h 2545382"/>
              <a:gd name="connsiteX4" fmla="*/ 0 w 1550562"/>
              <a:gd name="connsiteY4" fmla="*/ 2545382 h 2545382"/>
              <a:gd name="connsiteX5" fmla="*/ 0 w 1550562"/>
              <a:gd name="connsiteY5" fmla="*/ 1500516 h 2545382"/>
              <a:gd name="connsiteX6" fmla="*/ 102557 w 1550562"/>
              <a:gd name="connsiteY6" fmla="*/ 1405503 h 2545382"/>
              <a:gd name="connsiteX7" fmla="*/ 673022 w 1550562"/>
              <a:gd name="connsiteY7" fmla="*/ 200390 h 254538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1550562" h="2545382">
                <a:moveTo>
                  <a:pt x="683117" y="0"/>
                </a:moveTo>
                <a:lnTo>
                  <a:pt x="1550562" y="0"/>
                </a:lnTo>
                <a:lnTo>
                  <a:pt x="1550562" y="7240"/>
                </a:lnTo>
                <a:cubicBezTo>
                  <a:pt x="1550562" y="1022523"/>
                  <a:pt x="1020469" y="1913556"/>
                  <a:pt x="221868" y="2418735"/>
                </a:cubicBezTo>
                <a:lnTo>
                  <a:pt x="0" y="2545382"/>
                </a:lnTo>
                <a:lnTo>
                  <a:pt x="0" y="1500516"/>
                </a:lnTo>
                <a:lnTo>
                  <a:pt x="102557" y="1405503"/>
                </a:lnTo>
                <a:cubicBezTo>
                  <a:pt x="416582" y="1089274"/>
                  <a:pt x="625660" y="668089"/>
                  <a:pt x="673022" y="200390"/>
                </a:cubicBez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/>
          </a:p>
        </p:txBody>
      </p:sp>
      <p:sp>
        <p:nvSpPr>
          <p:cNvPr id="10" name="Freeform 9">
            <a:extLst>
              <a:ext uri="{FF2B5EF4-FFF2-40B4-BE49-F238E27FC236}">
                <a16:creationId xmlns:a16="http://schemas.microsoft.com/office/drawing/2014/main" id="{A7DB6972-BB75-254A-BA88-C0C3E6E93BD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1" y="-1"/>
            <a:ext cx="682740" cy="1500050"/>
          </a:xfrm>
          <a:custGeom>
            <a:avLst/>
            <a:gdLst>
              <a:gd name="connsiteX0" fmla="*/ 0 w 682740"/>
              <a:gd name="connsiteY0" fmla="*/ 0 h 1500050"/>
              <a:gd name="connsiteX1" fmla="*/ 682740 w 682740"/>
              <a:gd name="connsiteY1" fmla="*/ 0 h 1500050"/>
              <a:gd name="connsiteX2" fmla="*/ 672647 w 682740"/>
              <a:gd name="connsiteY2" fmla="*/ 200357 h 1500050"/>
              <a:gd name="connsiteX3" fmla="*/ 102290 w 682740"/>
              <a:gd name="connsiteY3" fmla="*/ 1405281 h 1500050"/>
              <a:gd name="connsiteX4" fmla="*/ 0 w 682740"/>
              <a:gd name="connsiteY4" fmla="*/ 1500050 h 15000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682740" h="1500050">
                <a:moveTo>
                  <a:pt x="0" y="0"/>
                </a:moveTo>
                <a:lnTo>
                  <a:pt x="682740" y="0"/>
                </a:lnTo>
                <a:lnTo>
                  <a:pt x="672647" y="200357"/>
                </a:lnTo>
                <a:cubicBezTo>
                  <a:pt x="625294" y="667983"/>
                  <a:pt x="416256" y="1089101"/>
                  <a:pt x="102290" y="1405281"/>
                </a:cubicBezTo>
                <a:lnTo>
                  <a:pt x="0" y="150005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30" name="Image 2">
            <a:extLst>
              <a:ext uri="{FF2B5EF4-FFF2-40B4-BE49-F238E27FC236}">
                <a16:creationId xmlns:a16="http://schemas.microsoft.com/office/drawing/2014/main" id="{790E862E-398F-571C-EC2C-3D17164DE05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170445" y="314191"/>
            <a:ext cx="775021" cy="775021"/>
          </a:xfrm>
          <a:custGeom>
            <a:avLst/>
            <a:gdLst>
              <a:gd name="connsiteX0" fmla="*/ 387511 w 775021"/>
              <a:gd name="connsiteY0" fmla="*/ 775021 h 775021"/>
              <a:gd name="connsiteX1" fmla="*/ 775021 w 775021"/>
              <a:gd name="connsiteY1" fmla="*/ 387511 h 775021"/>
              <a:gd name="connsiteX2" fmla="*/ 387511 w 775021"/>
              <a:gd name="connsiteY2" fmla="*/ 0 h 775021"/>
              <a:gd name="connsiteX3" fmla="*/ 0 w 775021"/>
              <a:gd name="connsiteY3" fmla="*/ 387511 h 775021"/>
              <a:gd name="connsiteX4" fmla="*/ 387511 w 775021"/>
              <a:gd name="connsiteY4" fmla="*/ 775021 h 77502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775021" h="775021">
                <a:moveTo>
                  <a:pt x="387511" y="775021"/>
                </a:moveTo>
                <a:cubicBezTo>
                  <a:pt x="601527" y="775021"/>
                  <a:pt x="775021" y="601527"/>
                  <a:pt x="775021" y="387511"/>
                </a:cubicBezTo>
                <a:cubicBezTo>
                  <a:pt x="775021" y="173494"/>
                  <a:pt x="601527" y="0"/>
                  <a:pt x="387511" y="0"/>
                </a:cubicBezTo>
                <a:cubicBezTo>
                  <a:pt x="173494" y="0"/>
                  <a:pt x="0" y="173494"/>
                  <a:pt x="0" y="387511"/>
                </a:cubicBezTo>
                <a:cubicBezTo>
                  <a:pt x="0" y="601527"/>
                  <a:pt x="173494" y="775021"/>
                  <a:pt x="387511" y="775021"/>
                </a:cubicBezTo>
                <a:close/>
              </a:path>
            </a:pathLst>
          </a:custGeom>
          <a:solidFill>
            <a:schemeClr val="accent6"/>
          </a:solidFill>
          <a:ln w="3801" cap="flat">
            <a:noFill/>
            <a:prstDash val="solid"/>
            <a:miter/>
          </a:ln>
        </p:spPr>
        <p:txBody>
          <a:bodyPr rtlCol="0" anchor="ctr"/>
          <a:lstStyle/>
          <a:p>
            <a:endParaRPr lang="en-US" dirty="0"/>
          </a:p>
        </p:txBody>
      </p:sp>
      <p:sp>
        <p:nvSpPr>
          <p:cNvPr id="6" name="Title 1">
            <a:extLst>
              <a:ext uri="{FF2B5EF4-FFF2-40B4-BE49-F238E27FC236}">
                <a16:creationId xmlns:a16="http://schemas.microsoft.com/office/drawing/2014/main" id="{1C975BF2-D657-C309-269D-B8D00626313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550563" y="1089213"/>
            <a:ext cx="9879437" cy="980844"/>
          </a:xfrm>
        </p:spPr>
        <p:txBody>
          <a:bodyPr tIns="0" bIns="0"/>
          <a:lstStyle>
            <a:lvl1pPr algn="l">
              <a:lnSpc>
                <a:spcPct val="100000"/>
              </a:lnSpc>
              <a:defRPr sz="3600">
                <a:solidFill>
                  <a:schemeClr val="accent6"/>
                </a:solidFill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4" name="Text Placeholder 54">
            <a:extLst>
              <a:ext uri="{FF2B5EF4-FFF2-40B4-BE49-F238E27FC236}">
                <a16:creationId xmlns:a16="http://schemas.microsoft.com/office/drawing/2014/main" id="{A0AEB4DF-13C8-8171-2BDB-FD1AD542E783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1550564" y="2331958"/>
            <a:ext cx="2975217" cy="3704266"/>
          </a:xfrm>
        </p:spPr>
        <p:txBody>
          <a:bodyPr lIns="91440" tIns="0" rIns="91440" bIns="0" anchor="t" anchorCtr="0"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Font typeface="Arial" panose="020B0604020202020204" pitchFamily="34" charset="0"/>
              <a:buNone/>
              <a:defRPr sz="1800"/>
            </a:lvl1pPr>
          </a:lstStyle>
          <a:p>
            <a:r>
              <a:rPr lang="en-US" dirty="0"/>
              <a:t>Click to add subtitle</a:t>
            </a:r>
          </a:p>
        </p:txBody>
      </p:sp>
      <p:sp>
        <p:nvSpPr>
          <p:cNvPr id="9" name="Content Placeholder 2">
            <a:extLst>
              <a:ext uri="{FF2B5EF4-FFF2-40B4-BE49-F238E27FC236}">
                <a16:creationId xmlns:a16="http://schemas.microsoft.com/office/drawing/2014/main" id="{42134EBA-AF32-9F8A-370F-0D3E842F0397}"/>
              </a:ext>
            </a:extLst>
          </p:cNvPr>
          <p:cNvSpPr>
            <a:spLocks noGrp="1"/>
          </p:cNvSpPr>
          <p:nvPr>
            <p:ph sz="half" idx="1" hasCustomPrompt="1"/>
          </p:nvPr>
        </p:nvSpPr>
        <p:spPr>
          <a:xfrm>
            <a:off x="5087154" y="2331791"/>
            <a:ext cx="6345893" cy="3721817"/>
          </a:xfrm>
        </p:spPr>
        <p:txBody>
          <a:bodyPr lIns="91440" rIns="91440">
            <a:normAutofit/>
          </a:bodyPr>
          <a:lstStyle>
            <a:lvl1pPr>
              <a:defRPr sz="1800"/>
            </a:lvl1pPr>
            <a:lvl2pPr>
              <a:defRPr sz="18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20" name="Slide Number Placeholder 2">
            <a:extLst>
              <a:ext uri="{FF2B5EF4-FFF2-40B4-BE49-F238E27FC236}">
                <a16:creationId xmlns:a16="http://schemas.microsoft.com/office/drawing/2014/main" id="{AE99A73D-155B-A133-9671-506F54A0559A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10358437" y="457199"/>
            <a:ext cx="1067589" cy="471489"/>
          </a:xfrm>
        </p:spPr>
        <p:txBody>
          <a:bodyPr/>
          <a:lstStyle>
            <a:lvl1pPr>
              <a:defRPr sz="1600">
                <a:latin typeface="+mj-lt"/>
              </a:defRPr>
            </a:lvl1pPr>
          </a:lstStyle>
          <a:p>
            <a:fld id="{48F63A3B-78C7-47BE-AE5E-E10140E04643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0395881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ummary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9" name="Graphic 28">
            <a:extLst>
              <a:ext uri="{FF2B5EF4-FFF2-40B4-BE49-F238E27FC236}">
                <a16:creationId xmlns:a16="http://schemas.microsoft.com/office/drawing/2014/main" id="{D5595DD5-43B0-252F-8BC6-6B74340C5BC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rcRect t="7193"/>
          <a:stretch/>
        </p:blipFill>
        <p:spPr>
          <a:xfrm>
            <a:off x="1" y="-1"/>
            <a:ext cx="443344" cy="6856025"/>
          </a:xfrm>
          <a:custGeom>
            <a:avLst/>
            <a:gdLst>
              <a:gd name="connsiteX0" fmla="*/ 0 w 1734410"/>
              <a:gd name="connsiteY0" fmla="*/ 0 h 4795637"/>
              <a:gd name="connsiteX1" fmla="*/ 1734410 w 1734410"/>
              <a:gd name="connsiteY1" fmla="*/ 0 h 4795637"/>
              <a:gd name="connsiteX2" fmla="*/ 1734410 w 1734410"/>
              <a:gd name="connsiteY2" fmla="*/ 4795637 h 4795637"/>
              <a:gd name="connsiteX3" fmla="*/ 0 w 1734410"/>
              <a:gd name="connsiteY3" fmla="*/ 4795637 h 479563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734410" h="4795637">
                <a:moveTo>
                  <a:pt x="0" y="0"/>
                </a:moveTo>
                <a:lnTo>
                  <a:pt x="1734410" y="0"/>
                </a:lnTo>
                <a:lnTo>
                  <a:pt x="1734410" y="4795637"/>
                </a:lnTo>
                <a:lnTo>
                  <a:pt x="0" y="4795637"/>
                </a:lnTo>
                <a:close/>
              </a:path>
            </a:pathLst>
          </a:custGeom>
        </p:spPr>
      </p:pic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1550564" y="1057274"/>
            <a:ext cx="9875463" cy="999746"/>
          </a:xfrm>
        </p:spPr>
        <p:txBody>
          <a:bodyPr tIns="0" bIns="0">
            <a:noAutofit/>
          </a:bodyPr>
          <a:lstStyle>
            <a:lvl1pPr algn="l">
              <a:lnSpc>
                <a:spcPct val="100000"/>
              </a:lnSpc>
              <a:defRPr sz="3600" b="1"/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49" name="Freeform 48">
            <a:extLst>
              <a:ext uri="{FF2B5EF4-FFF2-40B4-BE49-F238E27FC236}">
                <a16:creationId xmlns:a16="http://schemas.microsoft.com/office/drawing/2014/main" id="{BC3A3767-6C5E-8188-0A49-955BBACE37F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flipH="1" flipV="1">
            <a:off x="-3" y="4420134"/>
            <a:ext cx="1293237" cy="2437866"/>
          </a:xfrm>
          <a:custGeom>
            <a:avLst/>
            <a:gdLst>
              <a:gd name="connsiteX0" fmla="*/ 1293237 w 1293237"/>
              <a:gd name="connsiteY0" fmla="*/ 2437866 h 2437866"/>
              <a:gd name="connsiteX1" fmla="*/ 1292465 w 1293237"/>
              <a:gd name="connsiteY1" fmla="*/ 2437373 h 2437866"/>
              <a:gd name="connsiteX2" fmla="*/ 0 w 1293237"/>
              <a:gd name="connsiteY2" fmla="*/ 0 h 2437866"/>
              <a:gd name="connsiteX3" fmla="*/ 1293237 w 1293237"/>
              <a:gd name="connsiteY3" fmla="*/ 0 h 243786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293237" h="2437866">
                <a:moveTo>
                  <a:pt x="1293237" y="2437866"/>
                </a:moveTo>
                <a:lnTo>
                  <a:pt x="1292465" y="2437373"/>
                </a:lnTo>
                <a:cubicBezTo>
                  <a:pt x="511725" y="1903845"/>
                  <a:pt x="0" y="1011184"/>
                  <a:pt x="0" y="0"/>
                </a:cubicBezTo>
                <a:lnTo>
                  <a:pt x="1293237" y="0"/>
                </a:lnTo>
                <a:close/>
              </a:path>
            </a:pathLst>
          </a:custGeom>
          <a:solidFill>
            <a:schemeClr val="accent1"/>
          </a:solidFill>
          <a:ln w="4763" cap="flat">
            <a:noFill/>
            <a:prstDash val="solid"/>
            <a:miter/>
          </a:ln>
        </p:spPr>
        <p:txBody>
          <a:bodyPr wrap="square" rtlCol="0" anchor="ctr">
            <a:noAutofit/>
          </a:bodyPr>
          <a:lstStyle/>
          <a:p>
            <a:endParaRPr lang="en-US" dirty="0"/>
          </a:p>
        </p:txBody>
      </p:sp>
      <p:sp>
        <p:nvSpPr>
          <p:cNvPr id="16" name="Content Placeholder 3">
            <a:extLst>
              <a:ext uri="{FF2B5EF4-FFF2-40B4-BE49-F238E27FC236}">
                <a16:creationId xmlns:a16="http://schemas.microsoft.com/office/drawing/2014/main" id="{E4BD7F71-D12B-4F27-1505-FF681CF55F73}"/>
              </a:ext>
            </a:extLst>
          </p:cNvPr>
          <p:cNvSpPr>
            <a:spLocks noGrp="1"/>
          </p:cNvSpPr>
          <p:nvPr>
            <p:ph sz="half" idx="2" hasCustomPrompt="1"/>
          </p:nvPr>
        </p:nvSpPr>
        <p:spPr>
          <a:xfrm>
            <a:off x="1550564" y="2303028"/>
            <a:ext cx="5829147" cy="3961593"/>
          </a:xfrm>
        </p:spPr>
        <p:txBody>
          <a:bodyPr lIns="91440" tIns="0" rIns="91440" bIns="0">
            <a:normAutofit/>
          </a:bodyPr>
          <a:lstStyle>
            <a:lvl1pPr>
              <a:spcBef>
                <a:spcPts val="1000"/>
              </a:spcBef>
              <a:defRPr sz="1800"/>
            </a:lvl1pPr>
            <a:lvl2pPr>
              <a:spcBef>
                <a:spcPts val="1000"/>
              </a:spcBef>
              <a:defRPr sz="1800"/>
            </a:lvl2pPr>
            <a:lvl3pPr>
              <a:spcBef>
                <a:spcPts val="1000"/>
              </a:spcBef>
              <a:defRPr sz="1800"/>
            </a:lvl3pPr>
            <a:lvl4pPr>
              <a:spcBef>
                <a:spcPts val="1000"/>
              </a:spcBef>
              <a:defRPr sz="1800"/>
            </a:lvl4pPr>
            <a:lvl5pPr>
              <a:spcBef>
                <a:spcPts val="1000"/>
              </a:spcBef>
              <a:defRPr sz="1800"/>
            </a:lvl5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8" name="Content Placeholder 3">
            <a:extLst>
              <a:ext uri="{FF2B5EF4-FFF2-40B4-BE49-F238E27FC236}">
                <a16:creationId xmlns:a16="http://schemas.microsoft.com/office/drawing/2014/main" id="{FB87C65D-4EF3-18C8-18A8-477F87A37E51}"/>
              </a:ext>
            </a:extLst>
          </p:cNvPr>
          <p:cNvSpPr>
            <a:spLocks noGrp="1"/>
          </p:cNvSpPr>
          <p:nvPr>
            <p:ph sz="half" idx="15" hasCustomPrompt="1"/>
          </p:nvPr>
        </p:nvSpPr>
        <p:spPr>
          <a:xfrm>
            <a:off x="7940842" y="2303028"/>
            <a:ext cx="3485184" cy="3961593"/>
          </a:xfrm>
        </p:spPr>
        <p:txBody>
          <a:bodyPr lIns="91440" tIns="0" rIns="91440" bIns="0">
            <a:normAutofit/>
          </a:bodyPr>
          <a:lstStyle>
            <a:lvl1pPr>
              <a:spcBef>
                <a:spcPts val="1000"/>
              </a:spcBef>
              <a:defRPr sz="1800"/>
            </a:lvl1pPr>
            <a:lvl2pPr>
              <a:spcBef>
                <a:spcPts val="1000"/>
              </a:spcBef>
              <a:defRPr sz="1800"/>
            </a:lvl2pPr>
            <a:lvl3pPr>
              <a:spcBef>
                <a:spcPts val="1000"/>
              </a:spcBef>
              <a:defRPr sz="1800"/>
            </a:lvl3pPr>
            <a:lvl4pPr>
              <a:spcBef>
                <a:spcPts val="1000"/>
              </a:spcBef>
              <a:defRPr sz="1800"/>
            </a:lvl4pPr>
            <a:lvl5pPr>
              <a:spcBef>
                <a:spcPts val="1000"/>
              </a:spcBef>
              <a:defRPr sz="1800"/>
            </a:lvl5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27" name="Slide Number Placeholder 2">
            <a:extLst>
              <a:ext uri="{FF2B5EF4-FFF2-40B4-BE49-F238E27FC236}">
                <a16:creationId xmlns:a16="http://schemas.microsoft.com/office/drawing/2014/main" id="{AEFFA34C-885D-E995-D8F9-B4ACFBF3110D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10438475" y="457199"/>
            <a:ext cx="987552" cy="471489"/>
          </a:xfrm>
        </p:spPr>
        <p:txBody>
          <a:bodyPr/>
          <a:lstStyle>
            <a:lvl1pPr>
              <a:defRPr sz="1600">
                <a:latin typeface="+mj-lt"/>
              </a:defRPr>
            </a:lvl1pPr>
          </a:lstStyle>
          <a:p>
            <a:fld id="{48F63A3B-78C7-47BE-AE5E-E10140E04643}" type="slidenum">
              <a:rPr lang="en-US" smtClean="0"/>
              <a:pPr/>
              <a:t>‹#›</a:t>
            </a:fld>
            <a:endParaRPr lang="en-US" dirty="0"/>
          </a:p>
        </p:txBody>
      </p:sp>
      <p:pic>
        <p:nvPicPr>
          <p:cNvPr id="43" name="Graphic 42">
            <a:extLst>
              <a:ext uri="{FF2B5EF4-FFF2-40B4-BE49-F238E27FC236}">
                <a16:creationId xmlns:a16="http://schemas.microsoft.com/office/drawing/2014/main" id="{C6639AD7-128F-B39D-B45F-0F22A2C6D68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rcRect t="7193"/>
          <a:stretch/>
        </p:blipFill>
        <p:spPr>
          <a:xfrm rot="5400000">
            <a:off x="6072641" y="-5676015"/>
            <a:ext cx="443344" cy="11795374"/>
          </a:xfrm>
          <a:custGeom>
            <a:avLst/>
            <a:gdLst>
              <a:gd name="connsiteX0" fmla="*/ 0 w 1734410"/>
              <a:gd name="connsiteY0" fmla="*/ 0 h 4795637"/>
              <a:gd name="connsiteX1" fmla="*/ 1734410 w 1734410"/>
              <a:gd name="connsiteY1" fmla="*/ 0 h 4795637"/>
              <a:gd name="connsiteX2" fmla="*/ 1734410 w 1734410"/>
              <a:gd name="connsiteY2" fmla="*/ 4795637 h 4795637"/>
              <a:gd name="connsiteX3" fmla="*/ 0 w 1734410"/>
              <a:gd name="connsiteY3" fmla="*/ 4795637 h 479563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734410" h="4795637">
                <a:moveTo>
                  <a:pt x="0" y="0"/>
                </a:moveTo>
                <a:lnTo>
                  <a:pt x="1734410" y="0"/>
                </a:lnTo>
                <a:lnTo>
                  <a:pt x="1734410" y="4795637"/>
                </a:lnTo>
                <a:lnTo>
                  <a:pt x="0" y="4795637"/>
                </a:lnTo>
                <a:close/>
              </a:path>
            </a:pathLst>
          </a:custGeom>
        </p:spPr>
      </p:pic>
      <p:pic>
        <p:nvPicPr>
          <p:cNvPr id="54" name="Graphic 53">
            <a:extLst>
              <a:ext uri="{FF2B5EF4-FFF2-40B4-BE49-F238E27FC236}">
                <a16:creationId xmlns:a16="http://schemas.microsoft.com/office/drawing/2014/main" id="{48479A23-C29C-C711-510C-05B69B88226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4"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rcRect t="11443" r="10857"/>
          <a:stretch/>
        </p:blipFill>
        <p:spPr>
          <a:xfrm rot="16200000">
            <a:off x="-6447" y="6444"/>
            <a:ext cx="1961253" cy="1948364"/>
          </a:xfrm>
          <a:custGeom>
            <a:avLst/>
            <a:gdLst>
              <a:gd name="connsiteX0" fmla="*/ 1961253 w 1961253"/>
              <a:gd name="connsiteY0" fmla="*/ 0 h 1948364"/>
              <a:gd name="connsiteX1" fmla="*/ 1961253 w 1961253"/>
              <a:gd name="connsiteY1" fmla="*/ 1948364 h 1948364"/>
              <a:gd name="connsiteX2" fmla="*/ 0 w 1961253"/>
              <a:gd name="connsiteY2" fmla="*/ 1948364 h 1948364"/>
              <a:gd name="connsiteX3" fmla="*/ 0 w 1961253"/>
              <a:gd name="connsiteY3" fmla="*/ 0 h 194836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961253" h="1948364">
                <a:moveTo>
                  <a:pt x="1961253" y="0"/>
                </a:moveTo>
                <a:lnTo>
                  <a:pt x="1961253" y="1948364"/>
                </a:lnTo>
                <a:lnTo>
                  <a:pt x="0" y="1948364"/>
                </a:lnTo>
                <a:lnTo>
                  <a:pt x="0" y="0"/>
                </a:lnTo>
                <a:close/>
              </a:path>
            </a:pathLst>
          </a:custGeom>
        </p:spPr>
      </p:pic>
      <p:sp>
        <p:nvSpPr>
          <p:cNvPr id="7" name="Image 2">
            <a:extLst>
              <a:ext uri="{FF2B5EF4-FFF2-40B4-BE49-F238E27FC236}">
                <a16:creationId xmlns:a16="http://schemas.microsoft.com/office/drawing/2014/main" id="{F3DC42FA-4B8F-2EFC-CAB4-1CCAB93BEB7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396626" y="4929577"/>
            <a:ext cx="775021" cy="775021"/>
          </a:xfrm>
          <a:custGeom>
            <a:avLst/>
            <a:gdLst>
              <a:gd name="connsiteX0" fmla="*/ 387511 w 775021"/>
              <a:gd name="connsiteY0" fmla="*/ 775021 h 775021"/>
              <a:gd name="connsiteX1" fmla="*/ 775021 w 775021"/>
              <a:gd name="connsiteY1" fmla="*/ 387511 h 775021"/>
              <a:gd name="connsiteX2" fmla="*/ 387511 w 775021"/>
              <a:gd name="connsiteY2" fmla="*/ 0 h 775021"/>
              <a:gd name="connsiteX3" fmla="*/ 0 w 775021"/>
              <a:gd name="connsiteY3" fmla="*/ 387511 h 775021"/>
              <a:gd name="connsiteX4" fmla="*/ 387511 w 775021"/>
              <a:gd name="connsiteY4" fmla="*/ 775021 h 77502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775021" h="775021">
                <a:moveTo>
                  <a:pt x="387511" y="775021"/>
                </a:moveTo>
                <a:cubicBezTo>
                  <a:pt x="601527" y="775021"/>
                  <a:pt x="775021" y="601527"/>
                  <a:pt x="775021" y="387511"/>
                </a:cubicBezTo>
                <a:cubicBezTo>
                  <a:pt x="775021" y="173494"/>
                  <a:pt x="601527" y="0"/>
                  <a:pt x="387511" y="0"/>
                </a:cubicBezTo>
                <a:cubicBezTo>
                  <a:pt x="173494" y="0"/>
                  <a:pt x="0" y="173494"/>
                  <a:pt x="0" y="387511"/>
                </a:cubicBezTo>
                <a:cubicBezTo>
                  <a:pt x="0" y="601527"/>
                  <a:pt x="173494" y="775021"/>
                  <a:pt x="387511" y="775021"/>
                </a:cubicBezTo>
                <a:close/>
              </a:path>
            </a:pathLst>
          </a:custGeom>
          <a:solidFill>
            <a:schemeClr val="accent6"/>
          </a:solidFill>
          <a:ln w="3801" cap="flat">
            <a:noFill/>
            <a:prstDash val="solid"/>
            <a:miter/>
          </a:ln>
        </p:spPr>
        <p:txBody>
          <a:bodyPr rtlCol="0" anchor="ctr"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86650709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melin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Rectangle 32">
            <a:extLst>
              <a:ext uri="{FF2B5EF4-FFF2-40B4-BE49-F238E27FC236}">
                <a16:creationId xmlns:a16="http://schemas.microsoft.com/office/drawing/2014/main" id="{376CF4B8-1811-BD21-43A7-560AC4724F3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-24064" y="0"/>
            <a:ext cx="12216063" cy="34671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endParaRPr lang="en-US" sz="450" dirty="0"/>
          </a:p>
        </p:txBody>
      </p:sp>
      <p:sp>
        <p:nvSpPr>
          <p:cNvPr id="34" name="Rectangle 33">
            <a:extLst>
              <a:ext uri="{FF2B5EF4-FFF2-40B4-BE49-F238E27FC236}">
                <a16:creationId xmlns:a16="http://schemas.microsoft.com/office/drawing/2014/main" id="{30B7B4F0-D3BC-63DF-6429-F771BE5A327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443346" y="420493"/>
            <a:ext cx="11305309" cy="6026727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600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A65C6DDD-D2BB-0153-0F53-9F7C17BDFD2B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914400" y="1057274"/>
            <a:ext cx="10511627" cy="1012785"/>
          </a:xfrm>
        </p:spPr>
        <p:txBody>
          <a:bodyPr tIns="0" bIns="0"/>
          <a:lstStyle>
            <a:lvl1pPr algn="ctr">
              <a:lnSpc>
                <a:spcPct val="100000"/>
              </a:lnSpc>
              <a:defRPr sz="3600">
                <a:solidFill>
                  <a:schemeClr val="accent6"/>
                </a:solidFill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14" name="Content Placeholder 5">
            <a:extLst>
              <a:ext uri="{FF2B5EF4-FFF2-40B4-BE49-F238E27FC236}">
                <a16:creationId xmlns:a16="http://schemas.microsoft.com/office/drawing/2014/main" id="{4D6DED8E-165F-59D7-F01C-4EF0446E5FC0}"/>
              </a:ext>
            </a:extLst>
          </p:cNvPr>
          <p:cNvSpPr>
            <a:spLocks noGrp="1"/>
          </p:cNvSpPr>
          <p:nvPr userDrawn="1">
            <p:ph sz="quarter" idx="4" hasCustomPrompt="1"/>
          </p:nvPr>
        </p:nvSpPr>
        <p:spPr>
          <a:xfrm>
            <a:off x="914400" y="2316067"/>
            <a:ext cx="10511627" cy="3948557"/>
          </a:xfrm>
        </p:spPr>
        <p:txBody>
          <a:bodyPr lIns="91440" tIns="91440" rIns="91440" bIns="91440">
            <a:normAutofit/>
          </a:bodyPr>
          <a:lstStyle>
            <a:lvl1pPr>
              <a:spcBef>
                <a:spcPts val="1000"/>
              </a:spcBef>
              <a:defRPr sz="1800"/>
            </a:lvl1pPr>
            <a:lvl2pPr>
              <a:spcBef>
                <a:spcPts val="1000"/>
              </a:spcBef>
              <a:defRPr sz="1800"/>
            </a:lvl2pPr>
            <a:lvl3pPr>
              <a:spcBef>
                <a:spcPts val="1000"/>
              </a:spcBef>
              <a:defRPr sz="1800"/>
            </a:lvl3pPr>
            <a:lvl4pPr>
              <a:spcBef>
                <a:spcPts val="1000"/>
              </a:spcBef>
              <a:defRPr sz="1800"/>
            </a:lvl4pPr>
            <a:lvl5pPr>
              <a:spcBef>
                <a:spcPts val="1000"/>
              </a:spcBef>
              <a:defRPr sz="1800"/>
            </a:lvl5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6" name="Slide Number Placeholder 2">
            <a:extLst>
              <a:ext uri="{FF2B5EF4-FFF2-40B4-BE49-F238E27FC236}">
                <a16:creationId xmlns:a16="http://schemas.microsoft.com/office/drawing/2014/main" id="{2933FDAB-13EE-5F9F-5DFC-A5A60BC63623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10358437" y="457199"/>
            <a:ext cx="1067589" cy="471489"/>
          </a:xfrm>
        </p:spPr>
        <p:txBody>
          <a:bodyPr/>
          <a:lstStyle>
            <a:lvl1pPr>
              <a:defRPr sz="1600">
                <a:latin typeface="+mj-lt"/>
              </a:defRPr>
            </a:lvl1pPr>
          </a:lstStyle>
          <a:p>
            <a:fld id="{48F63A3B-78C7-47BE-AE5E-E10140E04643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67508154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losing">
    <p:bg>
      <p:bgPr>
        <a:solidFill>
          <a:schemeClr val="accent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Freeform: Shape 12">
            <a:extLst>
              <a:ext uri="{FF2B5EF4-FFF2-40B4-BE49-F238E27FC236}">
                <a16:creationId xmlns:a16="http://schemas.microsoft.com/office/drawing/2014/main" id="{AEF1F750-031C-BDB7-BD7B-9CBE17406FD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0"/>
            <a:ext cx="8948738" cy="6858000"/>
          </a:xfrm>
          <a:custGeom>
            <a:avLst/>
            <a:gdLst>
              <a:gd name="connsiteX0" fmla="*/ 0 w 8948738"/>
              <a:gd name="connsiteY0" fmla="*/ 0 h 6858000"/>
              <a:gd name="connsiteX1" fmla="*/ 5932941 w 8948738"/>
              <a:gd name="connsiteY1" fmla="*/ 0 h 6858000"/>
              <a:gd name="connsiteX2" fmla="*/ 6047310 w 8948738"/>
              <a:gd name="connsiteY2" fmla="*/ 14613 h 6858000"/>
              <a:gd name="connsiteX3" fmla="*/ 8948738 w 8948738"/>
              <a:gd name="connsiteY3" fmla="*/ 3416480 h 6858000"/>
              <a:gd name="connsiteX4" fmla="*/ 5702202 w 8948738"/>
              <a:gd name="connsiteY4" fmla="*/ 6853523 h 6858000"/>
              <a:gd name="connsiteX5" fmla="*/ 5526113 w 8948738"/>
              <a:gd name="connsiteY5" fmla="*/ 6858000 h 6858000"/>
              <a:gd name="connsiteX6" fmla="*/ 0 w 8948738"/>
              <a:gd name="connsiteY6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8948738" h="6858000">
                <a:moveTo>
                  <a:pt x="0" y="0"/>
                </a:moveTo>
                <a:lnTo>
                  <a:pt x="5932941" y="0"/>
                </a:lnTo>
                <a:lnTo>
                  <a:pt x="6047310" y="14613"/>
                </a:lnTo>
                <a:cubicBezTo>
                  <a:pt x="7690210" y="267026"/>
                  <a:pt x="8948738" y="1693971"/>
                  <a:pt x="8948738" y="3416480"/>
                </a:cubicBezTo>
                <a:cubicBezTo>
                  <a:pt x="8948738" y="5257788"/>
                  <a:pt x="7510634" y="6761349"/>
                  <a:pt x="5702202" y="6853523"/>
                </a:cubicBezTo>
                <a:lnTo>
                  <a:pt x="5526113" y="6858000"/>
                </a:lnTo>
                <a:lnTo>
                  <a:pt x="0" y="6858000"/>
                </a:lnTo>
                <a:close/>
              </a:path>
            </a:pathLst>
          </a:custGeom>
          <a:solidFill>
            <a:schemeClr val="bg1"/>
          </a:solidFill>
          <a:ln w="4760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19" name="Freeform: Shape 18">
            <a:extLst>
              <a:ext uri="{FF2B5EF4-FFF2-40B4-BE49-F238E27FC236}">
                <a16:creationId xmlns:a16="http://schemas.microsoft.com/office/drawing/2014/main" id="{FEB515B5-2D9F-58E1-6E3C-CCBF105D891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7527501" y="0"/>
            <a:ext cx="4671276" cy="6857999"/>
          </a:xfrm>
          <a:custGeom>
            <a:avLst/>
            <a:gdLst>
              <a:gd name="connsiteX0" fmla="*/ 3416476 w 4653374"/>
              <a:gd name="connsiteY0" fmla="*/ 0 h 6831717"/>
              <a:gd name="connsiteX1" fmla="*/ 4653374 w 4653374"/>
              <a:gd name="connsiteY1" fmla="*/ 0 h 6831717"/>
              <a:gd name="connsiteX2" fmla="*/ 4653374 w 4653374"/>
              <a:gd name="connsiteY2" fmla="*/ 6831717 h 6831717"/>
              <a:gd name="connsiteX3" fmla="*/ 3416476 w 4653374"/>
              <a:gd name="connsiteY3" fmla="*/ 6831717 h 6831717"/>
              <a:gd name="connsiteX4" fmla="*/ 0 w 4653374"/>
              <a:gd name="connsiteY4" fmla="*/ 3415863 h 6831717"/>
              <a:gd name="connsiteX5" fmla="*/ 3416476 w 4653374"/>
              <a:gd name="connsiteY5" fmla="*/ 0 h 683171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4653374" h="6831717">
                <a:moveTo>
                  <a:pt x="3416476" y="0"/>
                </a:moveTo>
                <a:lnTo>
                  <a:pt x="4653374" y="0"/>
                </a:lnTo>
                <a:lnTo>
                  <a:pt x="4653374" y="6831717"/>
                </a:lnTo>
                <a:lnTo>
                  <a:pt x="3416476" y="6831717"/>
                </a:lnTo>
                <a:cubicBezTo>
                  <a:pt x="1529612" y="6831717"/>
                  <a:pt x="0" y="5302406"/>
                  <a:pt x="0" y="3415863"/>
                </a:cubicBezTo>
                <a:cubicBezTo>
                  <a:pt x="0" y="1529335"/>
                  <a:pt x="1529607" y="0"/>
                  <a:pt x="3416476" y="0"/>
                </a:cubicBezTo>
                <a:close/>
              </a:path>
            </a:pathLst>
          </a:custGeom>
          <a:solidFill>
            <a:schemeClr val="accent1"/>
          </a:solidFill>
          <a:ln w="4777" cap="flat">
            <a:noFill/>
            <a:prstDash val="solid"/>
            <a:miter/>
          </a:ln>
        </p:spPr>
        <p:txBody>
          <a:bodyPr rtlCol="0" anchor="ctr"/>
          <a:lstStyle/>
          <a:p>
            <a:endParaRPr lang="en-US" dirty="0"/>
          </a:p>
        </p:txBody>
      </p:sp>
      <p:pic>
        <p:nvPicPr>
          <p:cNvPr id="9" name="Image 2">
            <a:extLst>
              <a:ext uri="{FF2B5EF4-FFF2-40B4-BE49-F238E27FC236}">
                <a16:creationId xmlns:a16="http://schemas.microsoft.com/office/drawing/2014/main" id="{5CCFEDF9-5B69-87BA-8A33-35033DA4013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rcRect/>
          <a:stretch/>
        </p:blipFill>
        <p:spPr>
          <a:xfrm>
            <a:off x="8766586" y="0"/>
            <a:ext cx="3432191" cy="3432191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ctrTitle" hasCustomPrompt="1"/>
          </p:nvPr>
        </p:nvSpPr>
        <p:spPr>
          <a:xfrm>
            <a:off x="914401" y="849782"/>
            <a:ext cx="5715000" cy="2727709"/>
          </a:xfrm>
        </p:spPr>
        <p:txBody>
          <a:bodyPr tIns="0" bIns="0" anchor="b" anchorCtr="0">
            <a:noAutofit/>
          </a:bodyPr>
          <a:lstStyle>
            <a:lvl1pPr algn="l">
              <a:lnSpc>
                <a:spcPct val="100000"/>
              </a:lnSpc>
              <a:defRPr sz="3600"/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6" name="Subtitle 2">
            <a:extLst>
              <a:ext uri="{FF2B5EF4-FFF2-40B4-BE49-F238E27FC236}">
                <a16:creationId xmlns:a16="http://schemas.microsoft.com/office/drawing/2014/main" id="{86F10CB4-CF79-A942-DA9C-04CBB7C89DC3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914401" y="3813606"/>
            <a:ext cx="5715000" cy="2234642"/>
          </a:xfrm>
        </p:spPr>
        <p:txBody>
          <a:bodyPr lIns="91440" tIns="0" rIns="91440" bIns="0" anchor="t" anchorCtr="0">
            <a:normAutofit/>
          </a:bodyPr>
          <a:lstStyle>
            <a:lvl1pPr marL="0" indent="0" algn="l">
              <a:spcBef>
                <a:spcPts val="576"/>
              </a:spcBef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/>
              <a:t>Click to add subtitle</a:t>
            </a:r>
          </a:p>
        </p:txBody>
      </p:sp>
    </p:spTree>
    <p:extLst>
      <p:ext uri="{BB962C8B-B14F-4D97-AF65-F5344CB8AC3E}">
        <p14:creationId xmlns:p14="http://schemas.microsoft.com/office/powerpoint/2010/main" val="2372898826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Freeform: Shape 6">
            <a:extLst>
              <a:ext uri="{FF2B5EF4-FFF2-40B4-BE49-F238E27FC236}">
                <a16:creationId xmlns:a16="http://schemas.microsoft.com/office/drawing/2014/main" id="{2C6B5F91-ABF5-D0B6-E43F-40CEDC3A6DF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1" y="0"/>
            <a:ext cx="2242827" cy="2102966"/>
          </a:xfrm>
          <a:custGeom>
            <a:avLst/>
            <a:gdLst>
              <a:gd name="connsiteX0" fmla="*/ 2220549 w 2242827"/>
              <a:gd name="connsiteY0" fmla="*/ 0 h 2102966"/>
              <a:gd name="connsiteX1" fmla="*/ 2242827 w 2242827"/>
              <a:gd name="connsiteY1" fmla="*/ 0 h 2102966"/>
              <a:gd name="connsiteX2" fmla="*/ 2238641 w 2242827"/>
              <a:gd name="connsiteY2" fmla="*/ 82607 h 2102966"/>
              <a:gd name="connsiteX3" fmla="*/ 1 w 2242827"/>
              <a:gd name="connsiteY3" fmla="*/ 2102966 h 2102966"/>
              <a:gd name="connsiteX4" fmla="*/ 1 w 2242827"/>
              <a:gd name="connsiteY4" fmla="*/ 2080690 h 2102966"/>
              <a:gd name="connsiteX5" fmla="*/ 2216479 w 2242827"/>
              <a:gd name="connsiteY5" fmla="*/ 80336 h 2102966"/>
              <a:gd name="connsiteX6" fmla="*/ 2098030 w 2242827"/>
              <a:gd name="connsiteY6" fmla="*/ 0 h 2102966"/>
              <a:gd name="connsiteX7" fmla="*/ 2120412 w 2242827"/>
              <a:gd name="connsiteY7" fmla="*/ 0 h 2102966"/>
              <a:gd name="connsiteX8" fmla="*/ 2116859 w 2242827"/>
              <a:gd name="connsiteY8" fmla="*/ 70117 h 2102966"/>
              <a:gd name="connsiteX9" fmla="*/ 1 w 2242827"/>
              <a:gd name="connsiteY9" fmla="*/ 1980571 h 2102966"/>
              <a:gd name="connsiteX10" fmla="*/ 1 w 2242827"/>
              <a:gd name="connsiteY10" fmla="*/ 1958295 h 2102966"/>
              <a:gd name="connsiteX11" fmla="*/ 2094588 w 2242827"/>
              <a:gd name="connsiteY11" fmla="*/ 67938 h 2102966"/>
              <a:gd name="connsiteX12" fmla="*/ 1975608 w 2242827"/>
              <a:gd name="connsiteY12" fmla="*/ 0 h 2102966"/>
              <a:gd name="connsiteX13" fmla="*/ 1997887 w 2242827"/>
              <a:gd name="connsiteY13" fmla="*/ 0 h 2102966"/>
              <a:gd name="connsiteX14" fmla="*/ 1994968 w 2242827"/>
              <a:gd name="connsiteY14" fmla="*/ 57611 h 2102966"/>
              <a:gd name="connsiteX15" fmla="*/ 1 w 2242827"/>
              <a:gd name="connsiteY15" fmla="*/ 1858047 h 2102966"/>
              <a:gd name="connsiteX16" fmla="*/ 1 w 2242827"/>
              <a:gd name="connsiteY16" fmla="*/ 1835771 h 2102966"/>
              <a:gd name="connsiteX17" fmla="*/ 1972805 w 2242827"/>
              <a:gd name="connsiteY17" fmla="*/ 55322 h 2102966"/>
              <a:gd name="connsiteX18" fmla="*/ 1853193 w 2242827"/>
              <a:gd name="connsiteY18" fmla="*/ 0 h 2102966"/>
              <a:gd name="connsiteX19" fmla="*/ 1875472 w 2242827"/>
              <a:gd name="connsiteY19" fmla="*/ 0 h 2102966"/>
              <a:gd name="connsiteX20" fmla="*/ 1873186 w 2242827"/>
              <a:gd name="connsiteY20" fmla="*/ 45119 h 2102966"/>
              <a:gd name="connsiteX21" fmla="*/ 0 w 2242827"/>
              <a:gd name="connsiteY21" fmla="*/ 1735650 h 2102966"/>
              <a:gd name="connsiteX22" fmla="*/ 0 w 2242827"/>
              <a:gd name="connsiteY22" fmla="*/ 1713374 h 2102966"/>
              <a:gd name="connsiteX23" fmla="*/ 1851022 w 2242827"/>
              <a:gd name="connsiteY23" fmla="*/ 42848 h 2102966"/>
              <a:gd name="connsiteX24" fmla="*/ 1730668 w 2242827"/>
              <a:gd name="connsiteY24" fmla="*/ 0 h 2102966"/>
              <a:gd name="connsiteX25" fmla="*/ 1753056 w 2242827"/>
              <a:gd name="connsiteY25" fmla="*/ 0 h 2102966"/>
              <a:gd name="connsiteX26" fmla="*/ 1751404 w 2242827"/>
              <a:gd name="connsiteY26" fmla="*/ 32610 h 2102966"/>
              <a:gd name="connsiteX27" fmla="*/ 0 w 2242827"/>
              <a:gd name="connsiteY27" fmla="*/ 1613232 h 2102966"/>
              <a:gd name="connsiteX28" fmla="*/ 0 w 2242827"/>
              <a:gd name="connsiteY28" fmla="*/ 1590961 h 2102966"/>
              <a:gd name="connsiteX29" fmla="*/ 1729127 w 2242827"/>
              <a:gd name="connsiteY29" fmla="*/ 30432 h 2102966"/>
              <a:gd name="connsiteX30" fmla="*/ 1608247 w 2242827"/>
              <a:gd name="connsiteY30" fmla="*/ 0 h 2102966"/>
              <a:gd name="connsiteX31" fmla="*/ 1630525 w 2242827"/>
              <a:gd name="connsiteY31" fmla="*/ 0 h 2102966"/>
              <a:gd name="connsiteX32" fmla="*/ 1629507 w 2242827"/>
              <a:gd name="connsiteY32" fmla="*/ 20086 h 2102966"/>
              <a:gd name="connsiteX33" fmla="*/ 0 w 2242827"/>
              <a:gd name="connsiteY33" fmla="*/ 1490712 h 2102966"/>
              <a:gd name="connsiteX34" fmla="*/ 0 w 2242827"/>
              <a:gd name="connsiteY34" fmla="*/ 1468436 h 2102966"/>
              <a:gd name="connsiteX35" fmla="*/ 1607345 w 2242827"/>
              <a:gd name="connsiteY35" fmla="*/ 17816 h 2102966"/>
              <a:gd name="connsiteX36" fmla="*/ 1485833 w 2242827"/>
              <a:gd name="connsiteY36" fmla="*/ 0 h 2102966"/>
              <a:gd name="connsiteX37" fmla="*/ 1508109 w 2242827"/>
              <a:gd name="connsiteY37" fmla="*/ 0 h 2102966"/>
              <a:gd name="connsiteX38" fmla="*/ 1507724 w 2242827"/>
              <a:gd name="connsiteY38" fmla="*/ 7596 h 2102966"/>
              <a:gd name="connsiteX39" fmla="*/ 0 w 2242827"/>
              <a:gd name="connsiteY39" fmla="*/ 1368317 h 2102966"/>
              <a:gd name="connsiteX40" fmla="*/ 0 w 2242827"/>
              <a:gd name="connsiteY40" fmla="*/ 1346041 h 2102966"/>
              <a:gd name="connsiteX41" fmla="*/ 1485563 w 2242827"/>
              <a:gd name="connsiteY41" fmla="*/ 5325 h 2102966"/>
              <a:gd name="connsiteX42" fmla="*/ 1362591 w 2242827"/>
              <a:gd name="connsiteY42" fmla="*/ 0 h 2102966"/>
              <a:gd name="connsiteX43" fmla="*/ 1385194 w 2242827"/>
              <a:gd name="connsiteY43" fmla="*/ 0 h 2102966"/>
              <a:gd name="connsiteX44" fmla="*/ 1364797 w 2242827"/>
              <a:gd name="connsiteY44" fmla="*/ 133264 h 2102966"/>
              <a:gd name="connsiteX45" fmla="*/ 0 w 2242827"/>
              <a:gd name="connsiteY45" fmla="*/ 1245917 h 2102966"/>
              <a:gd name="connsiteX46" fmla="*/ 0 w 2242827"/>
              <a:gd name="connsiteY46" fmla="*/ 1223641 h 2102966"/>
              <a:gd name="connsiteX47" fmla="*/ 1342864 w 2242827"/>
              <a:gd name="connsiteY47" fmla="*/ 128894 h 2102966"/>
              <a:gd name="connsiteX48" fmla="*/ 1238878 w 2242827"/>
              <a:gd name="connsiteY48" fmla="*/ 0 h 2102966"/>
              <a:gd name="connsiteX49" fmla="*/ 1261388 w 2242827"/>
              <a:gd name="connsiteY49" fmla="*/ 0 h 2102966"/>
              <a:gd name="connsiteX50" fmla="*/ 1244763 w 2242827"/>
              <a:gd name="connsiteY50" fmla="*/ 108614 h 2102966"/>
              <a:gd name="connsiteX51" fmla="*/ 0 w 2242827"/>
              <a:gd name="connsiteY51" fmla="*/ 1123397 h 2102966"/>
              <a:gd name="connsiteX52" fmla="*/ 0 w 2242827"/>
              <a:gd name="connsiteY52" fmla="*/ 1101121 h 2102966"/>
              <a:gd name="connsiteX53" fmla="*/ 1222940 w 2242827"/>
              <a:gd name="connsiteY53" fmla="*/ 104135 h 2102966"/>
              <a:gd name="connsiteX54" fmla="*/ 1115178 w 2242827"/>
              <a:gd name="connsiteY54" fmla="*/ 0 h 2102966"/>
              <a:gd name="connsiteX55" fmla="*/ 1137688 w 2242827"/>
              <a:gd name="connsiteY55" fmla="*/ 0 h 2102966"/>
              <a:gd name="connsiteX56" fmla="*/ 1124836 w 2242827"/>
              <a:gd name="connsiteY56" fmla="*/ 83962 h 2102966"/>
              <a:gd name="connsiteX57" fmla="*/ 0 w 2242827"/>
              <a:gd name="connsiteY57" fmla="*/ 1000978 h 2102966"/>
              <a:gd name="connsiteX58" fmla="*/ 0 w 2242827"/>
              <a:gd name="connsiteY58" fmla="*/ 978703 h 2102966"/>
              <a:gd name="connsiteX59" fmla="*/ 1103012 w 2242827"/>
              <a:gd name="connsiteY59" fmla="*/ 79485 h 2102966"/>
              <a:gd name="connsiteX60" fmla="*/ 991375 w 2242827"/>
              <a:gd name="connsiteY60" fmla="*/ 0 h 2102966"/>
              <a:gd name="connsiteX61" fmla="*/ 1013997 w 2242827"/>
              <a:gd name="connsiteY61" fmla="*/ 0 h 2102966"/>
              <a:gd name="connsiteX62" fmla="*/ 1004915 w 2242827"/>
              <a:gd name="connsiteY62" fmla="*/ 59331 h 2102966"/>
              <a:gd name="connsiteX63" fmla="*/ 0 w 2242827"/>
              <a:gd name="connsiteY63" fmla="*/ 878583 h 2102966"/>
              <a:gd name="connsiteX64" fmla="*/ 0 w 2242827"/>
              <a:gd name="connsiteY64" fmla="*/ 856307 h 2102966"/>
              <a:gd name="connsiteX65" fmla="*/ 982981 w 2242827"/>
              <a:gd name="connsiteY65" fmla="*/ 54853 h 2102966"/>
              <a:gd name="connsiteX66" fmla="*/ 866108 w 2242827"/>
              <a:gd name="connsiteY66" fmla="*/ 0 h 2102966"/>
              <a:gd name="connsiteX67" fmla="*/ 888384 w 2242827"/>
              <a:gd name="connsiteY67" fmla="*/ 0 h 2102966"/>
              <a:gd name="connsiteX68" fmla="*/ 884876 w 2242827"/>
              <a:gd name="connsiteY68" fmla="*/ 34680 h 2102966"/>
              <a:gd name="connsiteX69" fmla="*/ 0 w 2242827"/>
              <a:gd name="connsiteY69" fmla="*/ 756058 h 2102966"/>
              <a:gd name="connsiteX70" fmla="*/ 0 w 2242827"/>
              <a:gd name="connsiteY70" fmla="*/ 733782 h 2102966"/>
              <a:gd name="connsiteX71" fmla="*/ 863057 w 2242827"/>
              <a:gd name="connsiteY71" fmla="*/ 30169 h 2102966"/>
              <a:gd name="connsiteX72" fmla="*/ 743692 w 2242827"/>
              <a:gd name="connsiteY72" fmla="*/ 0 h 2102966"/>
              <a:gd name="connsiteX73" fmla="*/ 765973 w 2242827"/>
              <a:gd name="connsiteY73" fmla="*/ 0 h 2102966"/>
              <a:gd name="connsiteX74" fmla="*/ 764957 w 2242827"/>
              <a:gd name="connsiteY74" fmla="*/ 10048 h 2102966"/>
              <a:gd name="connsiteX75" fmla="*/ 0 w 2242827"/>
              <a:gd name="connsiteY75" fmla="*/ 633662 h 2102966"/>
              <a:gd name="connsiteX76" fmla="*/ 0 w 2242827"/>
              <a:gd name="connsiteY76" fmla="*/ 611386 h 2102966"/>
              <a:gd name="connsiteX77" fmla="*/ 743129 w 2242827"/>
              <a:gd name="connsiteY77" fmla="*/ 5570 h 2102966"/>
              <a:gd name="connsiteX78" fmla="*/ 617163 w 2242827"/>
              <a:gd name="connsiteY78" fmla="*/ 0 h 2102966"/>
              <a:gd name="connsiteX79" fmla="*/ 640489 w 2242827"/>
              <a:gd name="connsiteY79" fmla="*/ 0 h 2102966"/>
              <a:gd name="connsiteX80" fmla="*/ 606611 w 2242827"/>
              <a:gd name="connsiteY80" fmla="*/ 108906 h 2102966"/>
              <a:gd name="connsiteX81" fmla="*/ 0 w 2242827"/>
              <a:gd name="connsiteY81" fmla="*/ 511248 h 2102966"/>
              <a:gd name="connsiteX82" fmla="*/ 0 w 2242827"/>
              <a:gd name="connsiteY82" fmla="*/ 488972 h 2102966"/>
              <a:gd name="connsiteX83" fmla="*/ 585980 w 2242827"/>
              <a:gd name="connsiteY83" fmla="*/ 100252 h 2102966"/>
              <a:gd name="connsiteX84" fmla="*/ 489561 w 2242827"/>
              <a:gd name="connsiteY84" fmla="*/ 0 h 2102966"/>
              <a:gd name="connsiteX85" fmla="*/ 512789 w 2242827"/>
              <a:gd name="connsiteY85" fmla="*/ 0 h 2102966"/>
              <a:gd name="connsiteX86" fmla="*/ 493721 w 2242827"/>
              <a:gd name="connsiteY86" fmla="*/ 61289 h 2102966"/>
              <a:gd name="connsiteX87" fmla="*/ 0 w 2242827"/>
              <a:gd name="connsiteY87" fmla="*/ 388735 h 2102966"/>
              <a:gd name="connsiteX88" fmla="*/ 0 w 2242827"/>
              <a:gd name="connsiteY88" fmla="*/ 366459 h 2102966"/>
              <a:gd name="connsiteX89" fmla="*/ 473199 w 2242827"/>
              <a:gd name="connsiteY89" fmla="*/ 52587 h 2102966"/>
              <a:gd name="connsiteX90" fmla="*/ 361966 w 2242827"/>
              <a:gd name="connsiteY90" fmla="*/ 0 h 2102966"/>
              <a:gd name="connsiteX91" fmla="*/ 385181 w 2242827"/>
              <a:gd name="connsiteY91" fmla="*/ 0 h 2102966"/>
              <a:gd name="connsiteX92" fmla="*/ 380937 w 2242827"/>
              <a:gd name="connsiteY92" fmla="*/ 13636 h 2102966"/>
              <a:gd name="connsiteX93" fmla="*/ 0 w 2242827"/>
              <a:gd name="connsiteY93" fmla="*/ 266328 h 2102966"/>
              <a:gd name="connsiteX94" fmla="*/ 0 w 2242827"/>
              <a:gd name="connsiteY94" fmla="*/ 244052 h 2102966"/>
              <a:gd name="connsiteX95" fmla="*/ 360416 w 2242827"/>
              <a:gd name="connsiteY95" fmla="*/ 4982 h 2102966"/>
              <a:gd name="connsiteX96" fmla="*/ 218905 w 2242827"/>
              <a:gd name="connsiteY96" fmla="*/ 0 h 2102966"/>
              <a:gd name="connsiteX97" fmla="*/ 249720 w 2242827"/>
              <a:gd name="connsiteY97" fmla="*/ 0 h 2102966"/>
              <a:gd name="connsiteX98" fmla="*/ 241311 w 2242827"/>
              <a:gd name="connsiteY98" fmla="*/ 15475 h 2102966"/>
              <a:gd name="connsiteX99" fmla="*/ 0 w 2242827"/>
              <a:gd name="connsiteY99" fmla="*/ 143932 h 2102966"/>
              <a:gd name="connsiteX100" fmla="*/ 0 w 2242827"/>
              <a:gd name="connsiteY100" fmla="*/ 121656 h 2102966"/>
              <a:gd name="connsiteX101" fmla="*/ 189966 w 2242827"/>
              <a:gd name="connsiteY101" fmla="*/ 42875 h 210296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</a:cxnLst>
            <a:rect l="l" t="t" r="r" b="b"/>
            <a:pathLst>
              <a:path w="2242827" h="2102966">
                <a:moveTo>
                  <a:pt x="2220549" y="0"/>
                </a:moveTo>
                <a:lnTo>
                  <a:pt x="2242827" y="0"/>
                </a:lnTo>
                <a:lnTo>
                  <a:pt x="2238641" y="82607"/>
                </a:lnTo>
                <a:cubicBezTo>
                  <a:pt x="2123193" y="1215807"/>
                  <a:pt x="1163255" y="2102966"/>
                  <a:pt x="1" y="2102966"/>
                </a:cubicBezTo>
                <a:lnTo>
                  <a:pt x="1" y="2080690"/>
                </a:lnTo>
                <a:cubicBezTo>
                  <a:pt x="1151759" y="2080690"/>
                  <a:pt x="2102176" y="1202330"/>
                  <a:pt x="2216479" y="80336"/>
                </a:cubicBezTo>
                <a:close/>
                <a:moveTo>
                  <a:pt x="2098030" y="0"/>
                </a:moveTo>
                <a:lnTo>
                  <a:pt x="2120412" y="0"/>
                </a:lnTo>
                <a:lnTo>
                  <a:pt x="2116859" y="70117"/>
                </a:lnTo>
                <a:cubicBezTo>
                  <a:pt x="2007691" y="1141666"/>
                  <a:pt x="1099966" y="1980571"/>
                  <a:pt x="1" y="1980571"/>
                </a:cubicBezTo>
                <a:lnTo>
                  <a:pt x="1" y="1958295"/>
                </a:lnTo>
                <a:cubicBezTo>
                  <a:pt x="1088470" y="1958295"/>
                  <a:pt x="1986577" y="1128187"/>
                  <a:pt x="2094588" y="67938"/>
                </a:cubicBezTo>
                <a:close/>
                <a:moveTo>
                  <a:pt x="1975608" y="0"/>
                </a:moveTo>
                <a:lnTo>
                  <a:pt x="1997887" y="0"/>
                </a:lnTo>
                <a:lnTo>
                  <a:pt x="1994968" y="57611"/>
                </a:lnTo>
                <a:cubicBezTo>
                  <a:pt x="1892090" y="1067493"/>
                  <a:pt x="1036676" y="1858047"/>
                  <a:pt x="1" y="1858047"/>
                </a:cubicBezTo>
                <a:lnTo>
                  <a:pt x="1" y="1835771"/>
                </a:lnTo>
                <a:cubicBezTo>
                  <a:pt x="1025181" y="1835771"/>
                  <a:pt x="1871073" y="1053919"/>
                  <a:pt x="1972805" y="55322"/>
                </a:cubicBezTo>
                <a:close/>
                <a:moveTo>
                  <a:pt x="1853193" y="0"/>
                </a:moveTo>
                <a:lnTo>
                  <a:pt x="1875472" y="0"/>
                </a:lnTo>
                <a:lnTo>
                  <a:pt x="1873186" y="45119"/>
                </a:lnTo>
                <a:cubicBezTo>
                  <a:pt x="1776588" y="993350"/>
                  <a:pt x="973388" y="1735650"/>
                  <a:pt x="0" y="1735650"/>
                </a:cubicBezTo>
                <a:lnTo>
                  <a:pt x="0" y="1713374"/>
                </a:lnTo>
                <a:cubicBezTo>
                  <a:pt x="961784" y="1713374"/>
                  <a:pt x="1755557" y="979877"/>
                  <a:pt x="1851022" y="42848"/>
                </a:cubicBezTo>
                <a:close/>
                <a:moveTo>
                  <a:pt x="1730668" y="0"/>
                </a:moveTo>
                <a:lnTo>
                  <a:pt x="1753056" y="0"/>
                </a:lnTo>
                <a:lnTo>
                  <a:pt x="1751404" y="32610"/>
                </a:lnTo>
                <a:cubicBezTo>
                  <a:pt x="1661086" y="919190"/>
                  <a:pt x="910098" y="1613232"/>
                  <a:pt x="0" y="1613232"/>
                </a:cubicBezTo>
                <a:lnTo>
                  <a:pt x="0" y="1590961"/>
                </a:lnTo>
                <a:cubicBezTo>
                  <a:pt x="898495" y="1590961"/>
                  <a:pt x="1639954" y="905712"/>
                  <a:pt x="1729127" y="30432"/>
                </a:cubicBezTo>
                <a:close/>
                <a:moveTo>
                  <a:pt x="1608247" y="0"/>
                </a:moveTo>
                <a:lnTo>
                  <a:pt x="1630525" y="0"/>
                </a:lnTo>
                <a:lnTo>
                  <a:pt x="1629507" y="20086"/>
                </a:lnTo>
                <a:cubicBezTo>
                  <a:pt x="1545469" y="844919"/>
                  <a:pt x="846701" y="1490712"/>
                  <a:pt x="0" y="1490712"/>
                </a:cubicBezTo>
                <a:lnTo>
                  <a:pt x="0" y="1468436"/>
                </a:lnTo>
                <a:cubicBezTo>
                  <a:pt x="835206" y="1468436"/>
                  <a:pt x="1524451" y="831445"/>
                  <a:pt x="1607345" y="17816"/>
                </a:cubicBezTo>
                <a:close/>
                <a:moveTo>
                  <a:pt x="1485833" y="0"/>
                </a:moveTo>
                <a:lnTo>
                  <a:pt x="1508109" y="0"/>
                </a:lnTo>
                <a:lnTo>
                  <a:pt x="1507724" y="7596"/>
                </a:lnTo>
                <a:cubicBezTo>
                  <a:pt x="1429966" y="770778"/>
                  <a:pt x="783416" y="1368317"/>
                  <a:pt x="0" y="1368317"/>
                </a:cubicBezTo>
                <a:lnTo>
                  <a:pt x="0" y="1346041"/>
                </a:lnTo>
                <a:cubicBezTo>
                  <a:pt x="771917" y="1346041"/>
                  <a:pt x="1408949" y="757304"/>
                  <a:pt x="1485563" y="5325"/>
                </a:cubicBezTo>
                <a:close/>
                <a:moveTo>
                  <a:pt x="1362591" y="0"/>
                </a:moveTo>
                <a:lnTo>
                  <a:pt x="1385194" y="0"/>
                </a:lnTo>
                <a:lnTo>
                  <a:pt x="1364797" y="133264"/>
                </a:lnTo>
                <a:cubicBezTo>
                  <a:pt x="1234684" y="767432"/>
                  <a:pt x="672215" y="1245917"/>
                  <a:pt x="0" y="1245917"/>
                </a:cubicBezTo>
                <a:lnTo>
                  <a:pt x="0" y="1223641"/>
                </a:lnTo>
                <a:cubicBezTo>
                  <a:pt x="661385" y="1223641"/>
                  <a:pt x="1214835" y="752908"/>
                  <a:pt x="1342864" y="128894"/>
                </a:cubicBezTo>
                <a:close/>
                <a:moveTo>
                  <a:pt x="1238878" y="0"/>
                </a:moveTo>
                <a:lnTo>
                  <a:pt x="1261388" y="0"/>
                </a:lnTo>
                <a:lnTo>
                  <a:pt x="1244763" y="108614"/>
                </a:lnTo>
                <a:cubicBezTo>
                  <a:pt x="1126083" y="687031"/>
                  <a:pt x="613049" y="1123397"/>
                  <a:pt x="0" y="1123397"/>
                </a:cubicBezTo>
                <a:lnTo>
                  <a:pt x="0" y="1101121"/>
                </a:lnTo>
                <a:cubicBezTo>
                  <a:pt x="602316" y="1101121"/>
                  <a:pt x="1106344" y="672419"/>
                  <a:pt x="1222940" y="104135"/>
                </a:cubicBezTo>
                <a:close/>
                <a:moveTo>
                  <a:pt x="1115178" y="0"/>
                </a:moveTo>
                <a:lnTo>
                  <a:pt x="1137688" y="0"/>
                </a:lnTo>
                <a:lnTo>
                  <a:pt x="1124836" y="83962"/>
                </a:lnTo>
                <a:cubicBezTo>
                  <a:pt x="1017592" y="606647"/>
                  <a:pt x="553979" y="1000978"/>
                  <a:pt x="0" y="1000978"/>
                </a:cubicBezTo>
                <a:lnTo>
                  <a:pt x="0" y="978703"/>
                </a:lnTo>
                <a:cubicBezTo>
                  <a:pt x="543246" y="978703"/>
                  <a:pt x="997852" y="592039"/>
                  <a:pt x="1103012" y="79485"/>
                </a:cubicBezTo>
                <a:close/>
                <a:moveTo>
                  <a:pt x="991375" y="0"/>
                </a:moveTo>
                <a:lnTo>
                  <a:pt x="1013997" y="0"/>
                </a:lnTo>
                <a:lnTo>
                  <a:pt x="1004915" y="59331"/>
                </a:lnTo>
                <a:cubicBezTo>
                  <a:pt x="909100" y="526286"/>
                  <a:pt x="494909" y="878583"/>
                  <a:pt x="0" y="878583"/>
                </a:cubicBezTo>
                <a:lnTo>
                  <a:pt x="0" y="856307"/>
                </a:lnTo>
                <a:cubicBezTo>
                  <a:pt x="484176" y="856307"/>
                  <a:pt x="889272" y="511676"/>
                  <a:pt x="982981" y="54853"/>
                </a:cubicBezTo>
                <a:close/>
                <a:moveTo>
                  <a:pt x="866108" y="0"/>
                </a:moveTo>
                <a:lnTo>
                  <a:pt x="888384" y="0"/>
                </a:lnTo>
                <a:lnTo>
                  <a:pt x="884876" y="34680"/>
                </a:lnTo>
                <a:cubicBezTo>
                  <a:pt x="800495" y="445883"/>
                  <a:pt x="435739" y="756058"/>
                  <a:pt x="0" y="756058"/>
                </a:cubicBezTo>
                <a:lnTo>
                  <a:pt x="0" y="733782"/>
                </a:lnTo>
                <a:cubicBezTo>
                  <a:pt x="425107" y="733782"/>
                  <a:pt x="780781" y="431187"/>
                  <a:pt x="863057" y="30169"/>
                </a:cubicBezTo>
                <a:close/>
                <a:moveTo>
                  <a:pt x="743692" y="0"/>
                </a:moveTo>
                <a:lnTo>
                  <a:pt x="765973" y="0"/>
                </a:lnTo>
                <a:lnTo>
                  <a:pt x="764957" y="10048"/>
                </a:lnTo>
                <a:cubicBezTo>
                  <a:pt x="692029" y="365521"/>
                  <a:pt x="376767" y="633662"/>
                  <a:pt x="0" y="633662"/>
                </a:cubicBezTo>
                <a:lnTo>
                  <a:pt x="0" y="611386"/>
                </a:lnTo>
                <a:cubicBezTo>
                  <a:pt x="365938" y="611386"/>
                  <a:pt x="672265" y="350911"/>
                  <a:pt x="743129" y="5570"/>
                </a:cubicBezTo>
                <a:close/>
                <a:moveTo>
                  <a:pt x="617163" y="0"/>
                </a:moveTo>
                <a:lnTo>
                  <a:pt x="640489" y="0"/>
                </a:lnTo>
                <a:lnTo>
                  <a:pt x="606611" y="108906"/>
                </a:lnTo>
                <a:cubicBezTo>
                  <a:pt x="506524" y="345128"/>
                  <a:pt x="272312" y="511248"/>
                  <a:pt x="0" y="511248"/>
                </a:cubicBezTo>
                <a:lnTo>
                  <a:pt x="0" y="488972"/>
                </a:lnTo>
                <a:cubicBezTo>
                  <a:pt x="263030" y="488972"/>
                  <a:pt x="489290" y="328485"/>
                  <a:pt x="585980" y="100252"/>
                </a:cubicBezTo>
                <a:close/>
                <a:moveTo>
                  <a:pt x="489561" y="0"/>
                </a:moveTo>
                <a:lnTo>
                  <a:pt x="512789" y="0"/>
                </a:lnTo>
                <a:lnTo>
                  <a:pt x="493721" y="61289"/>
                </a:lnTo>
                <a:cubicBezTo>
                  <a:pt x="412246" y="253561"/>
                  <a:pt x="221597" y="388735"/>
                  <a:pt x="0" y="388735"/>
                </a:cubicBezTo>
                <a:lnTo>
                  <a:pt x="0" y="366459"/>
                </a:lnTo>
                <a:cubicBezTo>
                  <a:pt x="212399" y="366459"/>
                  <a:pt x="395116" y="236854"/>
                  <a:pt x="473199" y="52587"/>
                </a:cubicBezTo>
                <a:close/>
                <a:moveTo>
                  <a:pt x="361966" y="0"/>
                </a:moveTo>
                <a:lnTo>
                  <a:pt x="385181" y="0"/>
                </a:lnTo>
                <a:lnTo>
                  <a:pt x="380937" y="13636"/>
                </a:lnTo>
                <a:cubicBezTo>
                  <a:pt x="318070" y="161973"/>
                  <a:pt x="170965" y="266328"/>
                  <a:pt x="0" y="266328"/>
                </a:cubicBezTo>
                <a:lnTo>
                  <a:pt x="0" y="244052"/>
                </a:lnTo>
                <a:cubicBezTo>
                  <a:pt x="161767" y="244052"/>
                  <a:pt x="300940" y="145329"/>
                  <a:pt x="360416" y="4982"/>
                </a:cubicBezTo>
                <a:close/>
                <a:moveTo>
                  <a:pt x="218905" y="0"/>
                </a:moveTo>
                <a:lnTo>
                  <a:pt x="249720" y="0"/>
                </a:lnTo>
                <a:lnTo>
                  <a:pt x="241311" y="15475"/>
                </a:lnTo>
                <a:cubicBezTo>
                  <a:pt x="188962" y="92909"/>
                  <a:pt x="100349" y="143932"/>
                  <a:pt x="0" y="143932"/>
                </a:cubicBezTo>
                <a:lnTo>
                  <a:pt x="0" y="121656"/>
                </a:lnTo>
                <a:cubicBezTo>
                  <a:pt x="74091" y="121656"/>
                  <a:pt x="141290" y="91533"/>
                  <a:pt x="189966" y="42875"/>
                </a:cubicBezTo>
                <a:close/>
              </a:path>
            </a:pathLst>
          </a:custGeom>
          <a:solidFill>
            <a:schemeClr val="accent3">
              <a:lumMod val="20000"/>
              <a:lumOff val="80000"/>
            </a:schemeClr>
          </a:solidFill>
          <a:ln w="4588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9" name="Freeform: Shape 8">
            <a:extLst>
              <a:ext uri="{FF2B5EF4-FFF2-40B4-BE49-F238E27FC236}">
                <a16:creationId xmlns:a16="http://schemas.microsoft.com/office/drawing/2014/main" id="{A52D64F1-27B6-A1E5-4F44-A6029FAB307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flipH="1" flipV="1">
            <a:off x="9949173" y="4755034"/>
            <a:ext cx="2242827" cy="2102966"/>
          </a:xfrm>
          <a:custGeom>
            <a:avLst/>
            <a:gdLst>
              <a:gd name="connsiteX0" fmla="*/ 2220549 w 2242827"/>
              <a:gd name="connsiteY0" fmla="*/ 0 h 2102966"/>
              <a:gd name="connsiteX1" fmla="*/ 2242827 w 2242827"/>
              <a:gd name="connsiteY1" fmla="*/ 0 h 2102966"/>
              <a:gd name="connsiteX2" fmla="*/ 2238641 w 2242827"/>
              <a:gd name="connsiteY2" fmla="*/ 82607 h 2102966"/>
              <a:gd name="connsiteX3" fmla="*/ 1 w 2242827"/>
              <a:gd name="connsiteY3" fmla="*/ 2102966 h 2102966"/>
              <a:gd name="connsiteX4" fmla="*/ 1 w 2242827"/>
              <a:gd name="connsiteY4" fmla="*/ 2080690 h 2102966"/>
              <a:gd name="connsiteX5" fmla="*/ 2216479 w 2242827"/>
              <a:gd name="connsiteY5" fmla="*/ 80336 h 2102966"/>
              <a:gd name="connsiteX6" fmla="*/ 2098030 w 2242827"/>
              <a:gd name="connsiteY6" fmla="*/ 0 h 2102966"/>
              <a:gd name="connsiteX7" fmla="*/ 2120412 w 2242827"/>
              <a:gd name="connsiteY7" fmla="*/ 0 h 2102966"/>
              <a:gd name="connsiteX8" fmla="*/ 2116859 w 2242827"/>
              <a:gd name="connsiteY8" fmla="*/ 70117 h 2102966"/>
              <a:gd name="connsiteX9" fmla="*/ 1 w 2242827"/>
              <a:gd name="connsiteY9" fmla="*/ 1980571 h 2102966"/>
              <a:gd name="connsiteX10" fmla="*/ 1 w 2242827"/>
              <a:gd name="connsiteY10" fmla="*/ 1958295 h 2102966"/>
              <a:gd name="connsiteX11" fmla="*/ 2094588 w 2242827"/>
              <a:gd name="connsiteY11" fmla="*/ 67938 h 2102966"/>
              <a:gd name="connsiteX12" fmla="*/ 1975608 w 2242827"/>
              <a:gd name="connsiteY12" fmla="*/ 0 h 2102966"/>
              <a:gd name="connsiteX13" fmla="*/ 1997887 w 2242827"/>
              <a:gd name="connsiteY13" fmla="*/ 0 h 2102966"/>
              <a:gd name="connsiteX14" fmla="*/ 1994968 w 2242827"/>
              <a:gd name="connsiteY14" fmla="*/ 57611 h 2102966"/>
              <a:gd name="connsiteX15" fmla="*/ 1 w 2242827"/>
              <a:gd name="connsiteY15" fmla="*/ 1858047 h 2102966"/>
              <a:gd name="connsiteX16" fmla="*/ 1 w 2242827"/>
              <a:gd name="connsiteY16" fmla="*/ 1835771 h 2102966"/>
              <a:gd name="connsiteX17" fmla="*/ 1972805 w 2242827"/>
              <a:gd name="connsiteY17" fmla="*/ 55322 h 2102966"/>
              <a:gd name="connsiteX18" fmla="*/ 1853193 w 2242827"/>
              <a:gd name="connsiteY18" fmla="*/ 0 h 2102966"/>
              <a:gd name="connsiteX19" fmla="*/ 1875472 w 2242827"/>
              <a:gd name="connsiteY19" fmla="*/ 0 h 2102966"/>
              <a:gd name="connsiteX20" fmla="*/ 1873186 w 2242827"/>
              <a:gd name="connsiteY20" fmla="*/ 45119 h 2102966"/>
              <a:gd name="connsiteX21" fmla="*/ 0 w 2242827"/>
              <a:gd name="connsiteY21" fmla="*/ 1735650 h 2102966"/>
              <a:gd name="connsiteX22" fmla="*/ 0 w 2242827"/>
              <a:gd name="connsiteY22" fmla="*/ 1713374 h 2102966"/>
              <a:gd name="connsiteX23" fmla="*/ 1851022 w 2242827"/>
              <a:gd name="connsiteY23" fmla="*/ 42848 h 2102966"/>
              <a:gd name="connsiteX24" fmla="*/ 1730668 w 2242827"/>
              <a:gd name="connsiteY24" fmla="*/ 0 h 2102966"/>
              <a:gd name="connsiteX25" fmla="*/ 1753056 w 2242827"/>
              <a:gd name="connsiteY25" fmla="*/ 0 h 2102966"/>
              <a:gd name="connsiteX26" fmla="*/ 1751404 w 2242827"/>
              <a:gd name="connsiteY26" fmla="*/ 32610 h 2102966"/>
              <a:gd name="connsiteX27" fmla="*/ 0 w 2242827"/>
              <a:gd name="connsiteY27" fmla="*/ 1613232 h 2102966"/>
              <a:gd name="connsiteX28" fmla="*/ 0 w 2242827"/>
              <a:gd name="connsiteY28" fmla="*/ 1590961 h 2102966"/>
              <a:gd name="connsiteX29" fmla="*/ 1729127 w 2242827"/>
              <a:gd name="connsiteY29" fmla="*/ 30432 h 2102966"/>
              <a:gd name="connsiteX30" fmla="*/ 1608247 w 2242827"/>
              <a:gd name="connsiteY30" fmla="*/ 0 h 2102966"/>
              <a:gd name="connsiteX31" fmla="*/ 1630525 w 2242827"/>
              <a:gd name="connsiteY31" fmla="*/ 0 h 2102966"/>
              <a:gd name="connsiteX32" fmla="*/ 1629507 w 2242827"/>
              <a:gd name="connsiteY32" fmla="*/ 20086 h 2102966"/>
              <a:gd name="connsiteX33" fmla="*/ 0 w 2242827"/>
              <a:gd name="connsiteY33" fmla="*/ 1490712 h 2102966"/>
              <a:gd name="connsiteX34" fmla="*/ 0 w 2242827"/>
              <a:gd name="connsiteY34" fmla="*/ 1468436 h 2102966"/>
              <a:gd name="connsiteX35" fmla="*/ 1607345 w 2242827"/>
              <a:gd name="connsiteY35" fmla="*/ 17816 h 2102966"/>
              <a:gd name="connsiteX36" fmla="*/ 1485833 w 2242827"/>
              <a:gd name="connsiteY36" fmla="*/ 0 h 2102966"/>
              <a:gd name="connsiteX37" fmla="*/ 1508109 w 2242827"/>
              <a:gd name="connsiteY37" fmla="*/ 0 h 2102966"/>
              <a:gd name="connsiteX38" fmla="*/ 1507724 w 2242827"/>
              <a:gd name="connsiteY38" fmla="*/ 7596 h 2102966"/>
              <a:gd name="connsiteX39" fmla="*/ 0 w 2242827"/>
              <a:gd name="connsiteY39" fmla="*/ 1368317 h 2102966"/>
              <a:gd name="connsiteX40" fmla="*/ 0 w 2242827"/>
              <a:gd name="connsiteY40" fmla="*/ 1346041 h 2102966"/>
              <a:gd name="connsiteX41" fmla="*/ 1485563 w 2242827"/>
              <a:gd name="connsiteY41" fmla="*/ 5325 h 2102966"/>
              <a:gd name="connsiteX42" fmla="*/ 1362591 w 2242827"/>
              <a:gd name="connsiteY42" fmla="*/ 0 h 2102966"/>
              <a:gd name="connsiteX43" fmla="*/ 1385194 w 2242827"/>
              <a:gd name="connsiteY43" fmla="*/ 0 h 2102966"/>
              <a:gd name="connsiteX44" fmla="*/ 1364797 w 2242827"/>
              <a:gd name="connsiteY44" fmla="*/ 133264 h 2102966"/>
              <a:gd name="connsiteX45" fmla="*/ 0 w 2242827"/>
              <a:gd name="connsiteY45" fmla="*/ 1245917 h 2102966"/>
              <a:gd name="connsiteX46" fmla="*/ 0 w 2242827"/>
              <a:gd name="connsiteY46" fmla="*/ 1223641 h 2102966"/>
              <a:gd name="connsiteX47" fmla="*/ 1342864 w 2242827"/>
              <a:gd name="connsiteY47" fmla="*/ 128894 h 2102966"/>
              <a:gd name="connsiteX48" fmla="*/ 1238878 w 2242827"/>
              <a:gd name="connsiteY48" fmla="*/ 0 h 2102966"/>
              <a:gd name="connsiteX49" fmla="*/ 1261388 w 2242827"/>
              <a:gd name="connsiteY49" fmla="*/ 0 h 2102966"/>
              <a:gd name="connsiteX50" fmla="*/ 1244763 w 2242827"/>
              <a:gd name="connsiteY50" fmla="*/ 108614 h 2102966"/>
              <a:gd name="connsiteX51" fmla="*/ 0 w 2242827"/>
              <a:gd name="connsiteY51" fmla="*/ 1123397 h 2102966"/>
              <a:gd name="connsiteX52" fmla="*/ 0 w 2242827"/>
              <a:gd name="connsiteY52" fmla="*/ 1101121 h 2102966"/>
              <a:gd name="connsiteX53" fmla="*/ 1222940 w 2242827"/>
              <a:gd name="connsiteY53" fmla="*/ 104135 h 2102966"/>
              <a:gd name="connsiteX54" fmla="*/ 1115178 w 2242827"/>
              <a:gd name="connsiteY54" fmla="*/ 0 h 2102966"/>
              <a:gd name="connsiteX55" fmla="*/ 1137688 w 2242827"/>
              <a:gd name="connsiteY55" fmla="*/ 0 h 2102966"/>
              <a:gd name="connsiteX56" fmla="*/ 1124836 w 2242827"/>
              <a:gd name="connsiteY56" fmla="*/ 83962 h 2102966"/>
              <a:gd name="connsiteX57" fmla="*/ 0 w 2242827"/>
              <a:gd name="connsiteY57" fmla="*/ 1000978 h 2102966"/>
              <a:gd name="connsiteX58" fmla="*/ 0 w 2242827"/>
              <a:gd name="connsiteY58" fmla="*/ 978703 h 2102966"/>
              <a:gd name="connsiteX59" fmla="*/ 1103012 w 2242827"/>
              <a:gd name="connsiteY59" fmla="*/ 79485 h 2102966"/>
              <a:gd name="connsiteX60" fmla="*/ 991375 w 2242827"/>
              <a:gd name="connsiteY60" fmla="*/ 0 h 2102966"/>
              <a:gd name="connsiteX61" fmla="*/ 1013997 w 2242827"/>
              <a:gd name="connsiteY61" fmla="*/ 0 h 2102966"/>
              <a:gd name="connsiteX62" fmla="*/ 1004915 w 2242827"/>
              <a:gd name="connsiteY62" fmla="*/ 59331 h 2102966"/>
              <a:gd name="connsiteX63" fmla="*/ 0 w 2242827"/>
              <a:gd name="connsiteY63" fmla="*/ 878583 h 2102966"/>
              <a:gd name="connsiteX64" fmla="*/ 0 w 2242827"/>
              <a:gd name="connsiteY64" fmla="*/ 856307 h 2102966"/>
              <a:gd name="connsiteX65" fmla="*/ 982981 w 2242827"/>
              <a:gd name="connsiteY65" fmla="*/ 54853 h 2102966"/>
              <a:gd name="connsiteX66" fmla="*/ 866108 w 2242827"/>
              <a:gd name="connsiteY66" fmla="*/ 0 h 2102966"/>
              <a:gd name="connsiteX67" fmla="*/ 888384 w 2242827"/>
              <a:gd name="connsiteY67" fmla="*/ 0 h 2102966"/>
              <a:gd name="connsiteX68" fmla="*/ 884876 w 2242827"/>
              <a:gd name="connsiteY68" fmla="*/ 34680 h 2102966"/>
              <a:gd name="connsiteX69" fmla="*/ 0 w 2242827"/>
              <a:gd name="connsiteY69" fmla="*/ 756058 h 2102966"/>
              <a:gd name="connsiteX70" fmla="*/ 0 w 2242827"/>
              <a:gd name="connsiteY70" fmla="*/ 733782 h 2102966"/>
              <a:gd name="connsiteX71" fmla="*/ 863057 w 2242827"/>
              <a:gd name="connsiteY71" fmla="*/ 30169 h 2102966"/>
              <a:gd name="connsiteX72" fmla="*/ 743692 w 2242827"/>
              <a:gd name="connsiteY72" fmla="*/ 0 h 2102966"/>
              <a:gd name="connsiteX73" fmla="*/ 765973 w 2242827"/>
              <a:gd name="connsiteY73" fmla="*/ 0 h 2102966"/>
              <a:gd name="connsiteX74" fmla="*/ 764957 w 2242827"/>
              <a:gd name="connsiteY74" fmla="*/ 10048 h 2102966"/>
              <a:gd name="connsiteX75" fmla="*/ 0 w 2242827"/>
              <a:gd name="connsiteY75" fmla="*/ 633662 h 2102966"/>
              <a:gd name="connsiteX76" fmla="*/ 0 w 2242827"/>
              <a:gd name="connsiteY76" fmla="*/ 611386 h 2102966"/>
              <a:gd name="connsiteX77" fmla="*/ 743129 w 2242827"/>
              <a:gd name="connsiteY77" fmla="*/ 5570 h 2102966"/>
              <a:gd name="connsiteX78" fmla="*/ 617163 w 2242827"/>
              <a:gd name="connsiteY78" fmla="*/ 0 h 2102966"/>
              <a:gd name="connsiteX79" fmla="*/ 640489 w 2242827"/>
              <a:gd name="connsiteY79" fmla="*/ 0 h 2102966"/>
              <a:gd name="connsiteX80" fmla="*/ 606611 w 2242827"/>
              <a:gd name="connsiteY80" fmla="*/ 108906 h 2102966"/>
              <a:gd name="connsiteX81" fmla="*/ 0 w 2242827"/>
              <a:gd name="connsiteY81" fmla="*/ 511248 h 2102966"/>
              <a:gd name="connsiteX82" fmla="*/ 0 w 2242827"/>
              <a:gd name="connsiteY82" fmla="*/ 488972 h 2102966"/>
              <a:gd name="connsiteX83" fmla="*/ 585980 w 2242827"/>
              <a:gd name="connsiteY83" fmla="*/ 100252 h 2102966"/>
              <a:gd name="connsiteX84" fmla="*/ 489561 w 2242827"/>
              <a:gd name="connsiteY84" fmla="*/ 0 h 2102966"/>
              <a:gd name="connsiteX85" fmla="*/ 512789 w 2242827"/>
              <a:gd name="connsiteY85" fmla="*/ 0 h 2102966"/>
              <a:gd name="connsiteX86" fmla="*/ 493721 w 2242827"/>
              <a:gd name="connsiteY86" fmla="*/ 61289 h 2102966"/>
              <a:gd name="connsiteX87" fmla="*/ 0 w 2242827"/>
              <a:gd name="connsiteY87" fmla="*/ 388735 h 2102966"/>
              <a:gd name="connsiteX88" fmla="*/ 0 w 2242827"/>
              <a:gd name="connsiteY88" fmla="*/ 366459 h 2102966"/>
              <a:gd name="connsiteX89" fmla="*/ 473199 w 2242827"/>
              <a:gd name="connsiteY89" fmla="*/ 52587 h 2102966"/>
              <a:gd name="connsiteX90" fmla="*/ 361966 w 2242827"/>
              <a:gd name="connsiteY90" fmla="*/ 0 h 2102966"/>
              <a:gd name="connsiteX91" fmla="*/ 385181 w 2242827"/>
              <a:gd name="connsiteY91" fmla="*/ 0 h 2102966"/>
              <a:gd name="connsiteX92" fmla="*/ 380937 w 2242827"/>
              <a:gd name="connsiteY92" fmla="*/ 13636 h 2102966"/>
              <a:gd name="connsiteX93" fmla="*/ 0 w 2242827"/>
              <a:gd name="connsiteY93" fmla="*/ 266328 h 2102966"/>
              <a:gd name="connsiteX94" fmla="*/ 0 w 2242827"/>
              <a:gd name="connsiteY94" fmla="*/ 244052 h 2102966"/>
              <a:gd name="connsiteX95" fmla="*/ 360416 w 2242827"/>
              <a:gd name="connsiteY95" fmla="*/ 4982 h 2102966"/>
              <a:gd name="connsiteX96" fmla="*/ 218905 w 2242827"/>
              <a:gd name="connsiteY96" fmla="*/ 0 h 2102966"/>
              <a:gd name="connsiteX97" fmla="*/ 249720 w 2242827"/>
              <a:gd name="connsiteY97" fmla="*/ 0 h 2102966"/>
              <a:gd name="connsiteX98" fmla="*/ 241311 w 2242827"/>
              <a:gd name="connsiteY98" fmla="*/ 15475 h 2102966"/>
              <a:gd name="connsiteX99" fmla="*/ 0 w 2242827"/>
              <a:gd name="connsiteY99" fmla="*/ 143932 h 2102966"/>
              <a:gd name="connsiteX100" fmla="*/ 0 w 2242827"/>
              <a:gd name="connsiteY100" fmla="*/ 121656 h 2102966"/>
              <a:gd name="connsiteX101" fmla="*/ 189966 w 2242827"/>
              <a:gd name="connsiteY101" fmla="*/ 42875 h 210296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</a:cxnLst>
            <a:rect l="l" t="t" r="r" b="b"/>
            <a:pathLst>
              <a:path w="2242827" h="2102966">
                <a:moveTo>
                  <a:pt x="2220549" y="0"/>
                </a:moveTo>
                <a:lnTo>
                  <a:pt x="2242827" y="0"/>
                </a:lnTo>
                <a:lnTo>
                  <a:pt x="2238641" y="82607"/>
                </a:lnTo>
                <a:cubicBezTo>
                  <a:pt x="2123193" y="1215807"/>
                  <a:pt x="1163255" y="2102966"/>
                  <a:pt x="1" y="2102966"/>
                </a:cubicBezTo>
                <a:lnTo>
                  <a:pt x="1" y="2080690"/>
                </a:lnTo>
                <a:cubicBezTo>
                  <a:pt x="1151759" y="2080690"/>
                  <a:pt x="2102176" y="1202330"/>
                  <a:pt x="2216479" y="80336"/>
                </a:cubicBezTo>
                <a:close/>
                <a:moveTo>
                  <a:pt x="2098030" y="0"/>
                </a:moveTo>
                <a:lnTo>
                  <a:pt x="2120412" y="0"/>
                </a:lnTo>
                <a:lnTo>
                  <a:pt x="2116859" y="70117"/>
                </a:lnTo>
                <a:cubicBezTo>
                  <a:pt x="2007691" y="1141666"/>
                  <a:pt x="1099966" y="1980571"/>
                  <a:pt x="1" y="1980571"/>
                </a:cubicBezTo>
                <a:lnTo>
                  <a:pt x="1" y="1958295"/>
                </a:lnTo>
                <a:cubicBezTo>
                  <a:pt x="1088470" y="1958295"/>
                  <a:pt x="1986577" y="1128187"/>
                  <a:pt x="2094588" y="67938"/>
                </a:cubicBezTo>
                <a:close/>
                <a:moveTo>
                  <a:pt x="1975608" y="0"/>
                </a:moveTo>
                <a:lnTo>
                  <a:pt x="1997887" y="0"/>
                </a:lnTo>
                <a:lnTo>
                  <a:pt x="1994968" y="57611"/>
                </a:lnTo>
                <a:cubicBezTo>
                  <a:pt x="1892090" y="1067493"/>
                  <a:pt x="1036676" y="1858047"/>
                  <a:pt x="1" y="1858047"/>
                </a:cubicBezTo>
                <a:lnTo>
                  <a:pt x="1" y="1835771"/>
                </a:lnTo>
                <a:cubicBezTo>
                  <a:pt x="1025181" y="1835771"/>
                  <a:pt x="1871073" y="1053919"/>
                  <a:pt x="1972805" y="55322"/>
                </a:cubicBezTo>
                <a:close/>
                <a:moveTo>
                  <a:pt x="1853193" y="0"/>
                </a:moveTo>
                <a:lnTo>
                  <a:pt x="1875472" y="0"/>
                </a:lnTo>
                <a:lnTo>
                  <a:pt x="1873186" y="45119"/>
                </a:lnTo>
                <a:cubicBezTo>
                  <a:pt x="1776588" y="993350"/>
                  <a:pt x="973388" y="1735650"/>
                  <a:pt x="0" y="1735650"/>
                </a:cubicBezTo>
                <a:lnTo>
                  <a:pt x="0" y="1713374"/>
                </a:lnTo>
                <a:cubicBezTo>
                  <a:pt x="961784" y="1713374"/>
                  <a:pt x="1755557" y="979877"/>
                  <a:pt x="1851022" y="42848"/>
                </a:cubicBezTo>
                <a:close/>
                <a:moveTo>
                  <a:pt x="1730668" y="0"/>
                </a:moveTo>
                <a:lnTo>
                  <a:pt x="1753056" y="0"/>
                </a:lnTo>
                <a:lnTo>
                  <a:pt x="1751404" y="32610"/>
                </a:lnTo>
                <a:cubicBezTo>
                  <a:pt x="1661086" y="919190"/>
                  <a:pt x="910098" y="1613232"/>
                  <a:pt x="0" y="1613232"/>
                </a:cubicBezTo>
                <a:lnTo>
                  <a:pt x="0" y="1590961"/>
                </a:lnTo>
                <a:cubicBezTo>
                  <a:pt x="898495" y="1590961"/>
                  <a:pt x="1639954" y="905712"/>
                  <a:pt x="1729127" y="30432"/>
                </a:cubicBezTo>
                <a:close/>
                <a:moveTo>
                  <a:pt x="1608247" y="0"/>
                </a:moveTo>
                <a:lnTo>
                  <a:pt x="1630525" y="0"/>
                </a:lnTo>
                <a:lnTo>
                  <a:pt x="1629507" y="20086"/>
                </a:lnTo>
                <a:cubicBezTo>
                  <a:pt x="1545469" y="844919"/>
                  <a:pt x="846701" y="1490712"/>
                  <a:pt x="0" y="1490712"/>
                </a:cubicBezTo>
                <a:lnTo>
                  <a:pt x="0" y="1468436"/>
                </a:lnTo>
                <a:cubicBezTo>
                  <a:pt x="835206" y="1468436"/>
                  <a:pt x="1524451" y="831445"/>
                  <a:pt x="1607345" y="17816"/>
                </a:cubicBezTo>
                <a:close/>
                <a:moveTo>
                  <a:pt x="1485833" y="0"/>
                </a:moveTo>
                <a:lnTo>
                  <a:pt x="1508109" y="0"/>
                </a:lnTo>
                <a:lnTo>
                  <a:pt x="1507724" y="7596"/>
                </a:lnTo>
                <a:cubicBezTo>
                  <a:pt x="1429966" y="770778"/>
                  <a:pt x="783416" y="1368317"/>
                  <a:pt x="0" y="1368317"/>
                </a:cubicBezTo>
                <a:lnTo>
                  <a:pt x="0" y="1346041"/>
                </a:lnTo>
                <a:cubicBezTo>
                  <a:pt x="771917" y="1346041"/>
                  <a:pt x="1408949" y="757304"/>
                  <a:pt x="1485563" y="5325"/>
                </a:cubicBezTo>
                <a:close/>
                <a:moveTo>
                  <a:pt x="1362591" y="0"/>
                </a:moveTo>
                <a:lnTo>
                  <a:pt x="1385194" y="0"/>
                </a:lnTo>
                <a:lnTo>
                  <a:pt x="1364797" y="133264"/>
                </a:lnTo>
                <a:cubicBezTo>
                  <a:pt x="1234684" y="767432"/>
                  <a:pt x="672215" y="1245917"/>
                  <a:pt x="0" y="1245917"/>
                </a:cubicBezTo>
                <a:lnTo>
                  <a:pt x="0" y="1223641"/>
                </a:lnTo>
                <a:cubicBezTo>
                  <a:pt x="661385" y="1223641"/>
                  <a:pt x="1214835" y="752908"/>
                  <a:pt x="1342864" y="128894"/>
                </a:cubicBezTo>
                <a:close/>
                <a:moveTo>
                  <a:pt x="1238878" y="0"/>
                </a:moveTo>
                <a:lnTo>
                  <a:pt x="1261388" y="0"/>
                </a:lnTo>
                <a:lnTo>
                  <a:pt x="1244763" y="108614"/>
                </a:lnTo>
                <a:cubicBezTo>
                  <a:pt x="1126083" y="687031"/>
                  <a:pt x="613049" y="1123397"/>
                  <a:pt x="0" y="1123397"/>
                </a:cubicBezTo>
                <a:lnTo>
                  <a:pt x="0" y="1101121"/>
                </a:lnTo>
                <a:cubicBezTo>
                  <a:pt x="602316" y="1101121"/>
                  <a:pt x="1106344" y="672419"/>
                  <a:pt x="1222940" y="104135"/>
                </a:cubicBezTo>
                <a:close/>
                <a:moveTo>
                  <a:pt x="1115178" y="0"/>
                </a:moveTo>
                <a:lnTo>
                  <a:pt x="1137688" y="0"/>
                </a:lnTo>
                <a:lnTo>
                  <a:pt x="1124836" y="83962"/>
                </a:lnTo>
                <a:cubicBezTo>
                  <a:pt x="1017592" y="606647"/>
                  <a:pt x="553979" y="1000978"/>
                  <a:pt x="0" y="1000978"/>
                </a:cubicBezTo>
                <a:lnTo>
                  <a:pt x="0" y="978703"/>
                </a:lnTo>
                <a:cubicBezTo>
                  <a:pt x="543246" y="978703"/>
                  <a:pt x="997852" y="592039"/>
                  <a:pt x="1103012" y="79485"/>
                </a:cubicBezTo>
                <a:close/>
                <a:moveTo>
                  <a:pt x="991375" y="0"/>
                </a:moveTo>
                <a:lnTo>
                  <a:pt x="1013997" y="0"/>
                </a:lnTo>
                <a:lnTo>
                  <a:pt x="1004915" y="59331"/>
                </a:lnTo>
                <a:cubicBezTo>
                  <a:pt x="909100" y="526286"/>
                  <a:pt x="494909" y="878583"/>
                  <a:pt x="0" y="878583"/>
                </a:cubicBezTo>
                <a:lnTo>
                  <a:pt x="0" y="856307"/>
                </a:lnTo>
                <a:cubicBezTo>
                  <a:pt x="484176" y="856307"/>
                  <a:pt x="889272" y="511676"/>
                  <a:pt x="982981" y="54853"/>
                </a:cubicBezTo>
                <a:close/>
                <a:moveTo>
                  <a:pt x="866108" y="0"/>
                </a:moveTo>
                <a:lnTo>
                  <a:pt x="888384" y="0"/>
                </a:lnTo>
                <a:lnTo>
                  <a:pt x="884876" y="34680"/>
                </a:lnTo>
                <a:cubicBezTo>
                  <a:pt x="800495" y="445883"/>
                  <a:pt x="435739" y="756058"/>
                  <a:pt x="0" y="756058"/>
                </a:cubicBezTo>
                <a:lnTo>
                  <a:pt x="0" y="733782"/>
                </a:lnTo>
                <a:cubicBezTo>
                  <a:pt x="425107" y="733782"/>
                  <a:pt x="780781" y="431187"/>
                  <a:pt x="863057" y="30169"/>
                </a:cubicBezTo>
                <a:close/>
                <a:moveTo>
                  <a:pt x="743692" y="0"/>
                </a:moveTo>
                <a:lnTo>
                  <a:pt x="765973" y="0"/>
                </a:lnTo>
                <a:lnTo>
                  <a:pt x="764957" y="10048"/>
                </a:lnTo>
                <a:cubicBezTo>
                  <a:pt x="692029" y="365521"/>
                  <a:pt x="376767" y="633662"/>
                  <a:pt x="0" y="633662"/>
                </a:cubicBezTo>
                <a:lnTo>
                  <a:pt x="0" y="611386"/>
                </a:lnTo>
                <a:cubicBezTo>
                  <a:pt x="365938" y="611386"/>
                  <a:pt x="672265" y="350911"/>
                  <a:pt x="743129" y="5570"/>
                </a:cubicBezTo>
                <a:close/>
                <a:moveTo>
                  <a:pt x="617163" y="0"/>
                </a:moveTo>
                <a:lnTo>
                  <a:pt x="640489" y="0"/>
                </a:lnTo>
                <a:lnTo>
                  <a:pt x="606611" y="108906"/>
                </a:lnTo>
                <a:cubicBezTo>
                  <a:pt x="506524" y="345128"/>
                  <a:pt x="272312" y="511248"/>
                  <a:pt x="0" y="511248"/>
                </a:cubicBezTo>
                <a:lnTo>
                  <a:pt x="0" y="488972"/>
                </a:lnTo>
                <a:cubicBezTo>
                  <a:pt x="263030" y="488972"/>
                  <a:pt x="489290" y="328485"/>
                  <a:pt x="585980" y="100252"/>
                </a:cubicBezTo>
                <a:close/>
                <a:moveTo>
                  <a:pt x="489561" y="0"/>
                </a:moveTo>
                <a:lnTo>
                  <a:pt x="512789" y="0"/>
                </a:lnTo>
                <a:lnTo>
                  <a:pt x="493721" y="61289"/>
                </a:lnTo>
                <a:cubicBezTo>
                  <a:pt x="412246" y="253561"/>
                  <a:pt x="221597" y="388735"/>
                  <a:pt x="0" y="388735"/>
                </a:cubicBezTo>
                <a:lnTo>
                  <a:pt x="0" y="366459"/>
                </a:lnTo>
                <a:cubicBezTo>
                  <a:pt x="212399" y="366459"/>
                  <a:pt x="395116" y="236854"/>
                  <a:pt x="473199" y="52587"/>
                </a:cubicBezTo>
                <a:close/>
                <a:moveTo>
                  <a:pt x="361966" y="0"/>
                </a:moveTo>
                <a:lnTo>
                  <a:pt x="385181" y="0"/>
                </a:lnTo>
                <a:lnTo>
                  <a:pt x="380937" y="13636"/>
                </a:lnTo>
                <a:cubicBezTo>
                  <a:pt x="318070" y="161973"/>
                  <a:pt x="170965" y="266328"/>
                  <a:pt x="0" y="266328"/>
                </a:cubicBezTo>
                <a:lnTo>
                  <a:pt x="0" y="244052"/>
                </a:lnTo>
                <a:cubicBezTo>
                  <a:pt x="161767" y="244052"/>
                  <a:pt x="300940" y="145329"/>
                  <a:pt x="360416" y="4982"/>
                </a:cubicBezTo>
                <a:close/>
                <a:moveTo>
                  <a:pt x="218905" y="0"/>
                </a:moveTo>
                <a:lnTo>
                  <a:pt x="249720" y="0"/>
                </a:lnTo>
                <a:lnTo>
                  <a:pt x="241311" y="15475"/>
                </a:lnTo>
                <a:cubicBezTo>
                  <a:pt x="188962" y="92909"/>
                  <a:pt x="100349" y="143932"/>
                  <a:pt x="0" y="143932"/>
                </a:cubicBezTo>
                <a:lnTo>
                  <a:pt x="0" y="121656"/>
                </a:lnTo>
                <a:cubicBezTo>
                  <a:pt x="74091" y="121656"/>
                  <a:pt x="141290" y="91533"/>
                  <a:pt x="189966" y="42875"/>
                </a:cubicBezTo>
                <a:close/>
              </a:path>
            </a:pathLst>
          </a:custGeom>
          <a:solidFill>
            <a:schemeClr val="accent3">
              <a:lumMod val="20000"/>
              <a:lumOff val="80000"/>
            </a:schemeClr>
          </a:solidFill>
          <a:ln w="4588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/>
        <p:txBody>
          <a:bodyPr anchor="ctr" anchorCtr="0"/>
          <a:lstStyle/>
          <a:p>
            <a:r>
              <a:rPr lang="en-US" dirty="0"/>
              <a:t>Click to add title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+mn-lt"/>
              </a:defRPr>
            </a:lvl1pPr>
          </a:lstStyle>
          <a:p>
            <a:fld id="{48F63A3B-78C7-47BE-AE5E-E10140E04643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71868441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Freeform: Shape 5">
            <a:extLst>
              <a:ext uri="{FF2B5EF4-FFF2-40B4-BE49-F238E27FC236}">
                <a16:creationId xmlns:a16="http://schemas.microsoft.com/office/drawing/2014/main" id="{A626DE4B-D4E5-B36A-89FA-7C0E87AFC31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1" y="0"/>
            <a:ext cx="2242827" cy="2102966"/>
          </a:xfrm>
          <a:custGeom>
            <a:avLst/>
            <a:gdLst>
              <a:gd name="connsiteX0" fmla="*/ 2220549 w 2242827"/>
              <a:gd name="connsiteY0" fmla="*/ 0 h 2102966"/>
              <a:gd name="connsiteX1" fmla="*/ 2242827 w 2242827"/>
              <a:gd name="connsiteY1" fmla="*/ 0 h 2102966"/>
              <a:gd name="connsiteX2" fmla="*/ 2238641 w 2242827"/>
              <a:gd name="connsiteY2" fmla="*/ 82607 h 2102966"/>
              <a:gd name="connsiteX3" fmla="*/ 1 w 2242827"/>
              <a:gd name="connsiteY3" fmla="*/ 2102966 h 2102966"/>
              <a:gd name="connsiteX4" fmla="*/ 1 w 2242827"/>
              <a:gd name="connsiteY4" fmla="*/ 2080690 h 2102966"/>
              <a:gd name="connsiteX5" fmla="*/ 2216479 w 2242827"/>
              <a:gd name="connsiteY5" fmla="*/ 80336 h 2102966"/>
              <a:gd name="connsiteX6" fmla="*/ 2098030 w 2242827"/>
              <a:gd name="connsiteY6" fmla="*/ 0 h 2102966"/>
              <a:gd name="connsiteX7" fmla="*/ 2120412 w 2242827"/>
              <a:gd name="connsiteY7" fmla="*/ 0 h 2102966"/>
              <a:gd name="connsiteX8" fmla="*/ 2116859 w 2242827"/>
              <a:gd name="connsiteY8" fmla="*/ 70117 h 2102966"/>
              <a:gd name="connsiteX9" fmla="*/ 1 w 2242827"/>
              <a:gd name="connsiteY9" fmla="*/ 1980571 h 2102966"/>
              <a:gd name="connsiteX10" fmla="*/ 1 w 2242827"/>
              <a:gd name="connsiteY10" fmla="*/ 1958295 h 2102966"/>
              <a:gd name="connsiteX11" fmla="*/ 2094588 w 2242827"/>
              <a:gd name="connsiteY11" fmla="*/ 67938 h 2102966"/>
              <a:gd name="connsiteX12" fmla="*/ 1975608 w 2242827"/>
              <a:gd name="connsiteY12" fmla="*/ 0 h 2102966"/>
              <a:gd name="connsiteX13" fmla="*/ 1997887 w 2242827"/>
              <a:gd name="connsiteY13" fmla="*/ 0 h 2102966"/>
              <a:gd name="connsiteX14" fmla="*/ 1994968 w 2242827"/>
              <a:gd name="connsiteY14" fmla="*/ 57611 h 2102966"/>
              <a:gd name="connsiteX15" fmla="*/ 1 w 2242827"/>
              <a:gd name="connsiteY15" fmla="*/ 1858047 h 2102966"/>
              <a:gd name="connsiteX16" fmla="*/ 1 w 2242827"/>
              <a:gd name="connsiteY16" fmla="*/ 1835771 h 2102966"/>
              <a:gd name="connsiteX17" fmla="*/ 1972805 w 2242827"/>
              <a:gd name="connsiteY17" fmla="*/ 55322 h 2102966"/>
              <a:gd name="connsiteX18" fmla="*/ 1853193 w 2242827"/>
              <a:gd name="connsiteY18" fmla="*/ 0 h 2102966"/>
              <a:gd name="connsiteX19" fmla="*/ 1875472 w 2242827"/>
              <a:gd name="connsiteY19" fmla="*/ 0 h 2102966"/>
              <a:gd name="connsiteX20" fmla="*/ 1873186 w 2242827"/>
              <a:gd name="connsiteY20" fmla="*/ 45119 h 2102966"/>
              <a:gd name="connsiteX21" fmla="*/ 0 w 2242827"/>
              <a:gd name="connsiteY21" fmla="*/ 1735650 h 2102966"/>
              <a:gd name="connsiteX22" fmla="*/ 0 w 2242827"/>
              <a:gd name="connsiteY22" fmla="*/ 1713374 h 2102966"/>
              <a:gd name="connsiteX23" fmla="*/ 1851022 w 2242827"/>
              <a:gd name="connsiteY23" fmla="*/ 42848 h 2102966"/>
              <a:gd name="connsiteX24" fmla="*/ 1730668 w 2242827"/>
              <a:gd name="connsiteY24" fmla="*/ 0 h 2102966"/>
              <a:gd name="connsiteX25" fmla="*/ 1753056 w 2242827"/>
              <a:gd name="connsiteY25" fmla="*/ 0 h 2102966"/>
              <a:gd name="connsiteX26" fmla="*/ 1751404 w 2242827"/>
              <a:gd name="connsiteY26" fmla="*/ 32610 h 2102966"/>
              <a:gd name="connsiteX27" fmla="*/ 0 w 2242827"/>
              <a:gd name="connsiteY27" fmla="*/ 1613232 h 2102966"/>
              <a:gd name="connsiteX28" fmla="*/ 0 w 2242827"/>
              <a:gd name="connsiteY28" fmla="*/ 1590961 h 2102966"/>
              <a:gd name="connsiteX29" fmla="*/ 1729127 w 2242827"/>
              <a:gd name="connsiteY29" fmla="*/ 30432 h 2102966"/>
              <a:gd name="connsiteX30" fmla="*/ 1608247 w 2242827"/>
              <a:gd name="connsiteY30" fmla="*/ 0 h 2102966"/>
              <a:gd name="connsiteX31" fmla="*/ 1630525 w 2242827"/>
              <a:gd name="connsiteY31" fmla="*/ 0 h 2102966"/>
              <a:gd name="connsiteX32" fmla="*/ 1629507 w 2242827"/>
              <a:gd name="connsiteY32" fmla="*/ 20086 h 2102966"/>
              <a:gd name="connsiteX33" fmla="*/ 0 w 2242827"/>
              <a:gd name="connsiteY33" fmla="*/ 1490712 h 2102966"/>
              <a:gd name="connsiteX34" fmla="*/ 0 w 2242827"/>
              <a:gd name="connsiteY34" fmla="*/ 1468436 h 2102966"/>
              <a:gd name="connsiteX35" fmla="*/ 1607345 w 2242827"/>
              <a:gd name="connsiteY35" fmla="*/ 17816 h 2102966"/>
              <a:gd name="connsiteX36" fmla="*/ 1485833 w 2242827"/>
              <a:gd name="connsiteY36" fmla="*/ 0 h 2102966"/>
              <a:gd name="connsiteX37" fmla="*/ 1508109 w 2242827"/>
              <a:gd name="connsiteY37" fmla="*/ 0 h 2102966"/>
              <a:gd name="connsiteX38" fmla="*/ 1507724 w 2242827"/>
              <a:gd name="connsiteY38" fmla="*/ 7596 h 2102966"/>
              <a:gd name="connsiteX39" fmla="*/ 0 w 2242827"/>
              <a:gd name="connsiteY39" fmla="*/ 1368317 h 2102966"/>
              <a:gd name="connsiteX40" fmla="*/ 0 w 2242827"/>
              <a:gd name="connsiteY40" fmla="*/ 1346041 h 2102966"/>
              <a:gd name="connsiteX41" fmla="*/ 1485563 w 2242827"/>
              <a:gd name="connsiteY41" fmla="*/ 5325 h 2102966"/>
              <a:gd name="connsiteX42" fmla="*/ 1362591 w 2242827"/>
              <a:gd name="connsiteY42" fmla="*/ 0 h 2102966"/>
              <a:gd name="connsiteX43" fmla="*/ 1385194 w 2242827"/>
              <a:gd name="connsiteY43" fmla="*/ 0 h 2102966"/>
              <a:gd name="connsiteX44" fmla="*/ 1364797 w 2242827"/>
              <a:gd name="connsiteY44" fmla="*/ 133264 h 2102966"/>
              <a:gd name="connsiteX45" fmla="*/ 0 w 2242827"/>
              <a:gd name="connsiteY45" fmla="*/ 1245917 h 2102966"/>
              <a:gd name="connsiteX46" fmla="*/ 0 w 2242827"/>
              <a:gd name="connsiteY46" fmla="*/ 1223641 h 2102966"/>
              <a:gd name="connsiteX47" fmla="*/ 1342864 w 2242827"/>
              <a:gd name="connsiteY47" fmla="*/ 128894 h 2102966"/>
              <a:gd name="connsiteX48" fmla="*/ 1238878 w 2242827"/>
              <a:gd name="connsiteY48" fmla="*/ 0 h 2102966"/>
              <a:gd name="connsiteX49" fmla="*/ 1261388 w 2242827"/>
              <a:gd name="connsiteY49" fmla="*/ 0 h 2102966"/>
              <a:gd name="connsiteX50" fmla="*/ 1244763 w 2242827"/>
              <a:gd name="connsiteY50" fmla="*/ 108614 h 2102966"/>
              <a:gd name="connsiteX51" fmla="*/ 0 w 2242827"/>
              <a:gd name="connsiteY51" fmla="*/ 1123397 h 2102966"/>
              <a:gd name="connsiteX52" fmla="*/ 0 w 2242827"/>
              <a:gd name="connsiteY52" fmla="*/ 1101121 h 2102966"/>
              <a:gd name="connsiteX53" fmla="*/ 1222940 w 2242827"/>
              <a:gd name="connsiteY53" fmla="*/ 104135 h 2102966"/>
              <a:gd name="connsiteX54" fmla="*/ 1115178 w 2242827"/>
              <a:gd name="connsiteY54" fmla="*/ 0 h 2102966"/>
              <a:gd name="connsiteX55" fmla="*/ 1137688 w 2242827"/>
              <a:gd name="connsiteY55" fmla="*/ 0 h 2102966"/>
              <a:gd name="connsiteX56" fmla="*/ 1124836 w 2242827"/>
              <a:gd name="connsiteY56" fmla="*/ 83962 h 2102966"/>
              <a:gd name="connsiteX57" fmla="*/ 0 w 2242827"/>
              <a:gd name="connsiteY57" fmla="*/ 1000978 h 2102966"/>
              <a:gd name="connsiteX58" fmla="*/ 0 w 2242827"/>
              <a:gd name="connsiteY58" fmla="*/ 978703 h 2102966"/>
              <a:gd name="connsiteX59" fmla="*/ 1103012 w 2242827"/>
              <a:gd name="connsiteY59" fmla="*/ 79485 h 2102966"/>
              <a:gd name="connsiteX60" fmla="*/ 991375 w 2242827"/>
              <a:gd name="connsiteY60" fmla="*/ 0 h 2102966"/>
              <a:gd name="connsiteX61" fmla="*/ 1013997 w 2242827"/>
              <a:gd name="connsiteY61" fmla="*/ 0 h 2102966"/>
              <a:gd name="connsiteX62" fmla="*/ 1004915 w 2242827"/>
              <a:gd name="connsiteY62" fmla="*/ 59331 h 2102966"/>
              <a:gd name="connsiteX63" fmla="*/ 0 w 2242827"/>
              <a:gd name="connsiteY63" fmla="*/ 878583 h 2102966"/>
              <a:gd name="connsiteX64" fmla="*/ 0 w 2242827"/>
              <a:gd name="connsiteY64" fmla="*/ 856307 h 2102966"/>
              <a:gd name="connsiteX65" fmla="*/ 982981 w 2242827"/>
              <a:gd name="connsiteY65" fmla="*/ 54853 h 2102966"/>
              <a:gd name="connsiteX66" fmla="*/ 866108 w 2242827"/>
              <a:gd name="connsiteY66" fmla="*/ 0 h 2102966"/>
              <a:gd name="connsiteX67" fmla="*/ 888384 w 2242827"/>
              <a:gd name="connsiteY67" fmla="*/ 0 h 2102966"/>
              <a:gd name="connsiteX68" fmla="*/ 884876 w 2242827"/>
              <a:gd name="connsiteY68" fmla="*/ 34680 h 2102966"/>
              <a:gd name="connsiteX69" fmla="*/ 0 w 2242827"/>
              <a:gd name="connsiteY69" fmla="*/ 756058 h 2102966"/>
              <a:gd name="connsiteX70" fmla="*/ 0 w 2242827"/>
              <a:gd name="connsiteY70" fmla="*/ 733782 h 2102966"/>
              <a:gd name="connsiteX71" fmla="*/ 863057 w 2242827"/>
              <a:gd name="connsiteY71" fmla="*/ 30169 h 2102966"/>
              <a:gd name="connsiteX72" fmla="*/ 743692 w 2242827"/>
              <a:gd name="connsiteY72" fmla="*/ 0 h 2102966"/>
              <a:gd name="connsiteX73" fmla="*/ 765973 w 2242827"/>
              <a:gd name="connsiteY73" fmla="*/ 0 h 2102966"/>
              <a:gd name="connsiteX74" fmla="*/ 764957 w 2242827"/>
              <a:gd name="connsiteY74" fmla="*/ 10048 h 2102966"/>
              <a:gd name="connsiteX75" fmla="*/ 0 w 2242827"/>
              <a:gd name="connsiteY75" fmla="*/ 633662 h 2102966"/>
              <a:gd name="connsiteX76" fmla="*/ 0 w 2242827"/>
              <a:gd name="connsiteY76" fmla="*/ 611386 h 2102966"/>
              <a:gd name="connsiteX77" fmla="*/ 743129 w 2242827"/>
              <a:gd name="connsiteY77" fmla="*/ 5570 h 2102966"/>
              <a:gd name="connsiteX78" fmla="*/ 617163 w 2242827"/>
              <a:gd name="connsiteY78" fmla="*/ 0 h 2102966"/>
              <a:gd name="connsiteX79" fmla="*/ 640489 w 2242827"/>
              <a:gd name="connsiteY79" fmla="*/ 0 h 2102966"/>
              <a:gd name="connsiteX80" fmla="*/ 606611 w 2242827"/>
              <a:gd name="connsiteY80" fmla="*/ 108906 h 2102966"/>
              <a:gd name="connsiteX81" fmla="*/ 0 w 2242827"/>
              <a:gd name="connsiteY81" fmla="*/ 511248 h 2102966"/>
              <a:gd name="connsiteX82" fmla="*/ 0 w 2242827"/>
              <a:gd name="connsiteY82" fmla="*/ 488972 h 2102966"/>
              <a:gd name="connsiteX83" fmla="*/ 585980 w 2242827"/>
              <a:gd name="connsiteY83" fmla="*/ 100252 h 2102966"/>
              <a:gd name="connsiteX84" fmla="*/ 489561 w 2242827"/>
              <a:gd name="connsiteY84" fmla="*/ 0 h 2102966"/>
              <a:gd name="connsiteX85" fmla="*/ 512789 w 2242827"/>
              <a:gd name="connsiteY85" fmla="*/ 0 h 2102966"/>
              <a:gd name="connsiteX86" fmla="*/ 493721 w 2242827"/>
              <a:gd name="connsiteY86" fmla="*/ 61289 h 2102966"/>
              <a:gd name="connsiteX87" fmla="*/ 0 w 2242827"/>
              <a:gd name="connsiteY87" fmla="*/ 388735 h 2102966"/>
              <a:gd name="connsiteX88" fmla="*/ 0 w 2242827"/>
              <a:gd name="connsiteY88" fmla="*/ 366459 h 2102966"/>
              <a:gd name="connsiteX89" fmla="*/ 473199 w 2242827"/>
              <a:gd name="connsiteY89" fmla="*/ 52587 h 2102966"/>
              <a:gd name="connsiteX90" fmla="*/ 361966 w 2242827"/>
              <a:gd name="connsiteY90" fmla="*/ 0 h 2102966"/>
              <a:gd name="connsiteX91" fmla="*/ 385181 w 2242827"/>
              <a:gd name="connsiteY91" fmla="*/ 0 h 2102966"/>
              <a:gd name="connsiteX92" fmla="*/ 380937 w 2242827"/>
              <a:gd name="connsiteY92" fmla="*/ 13636 h 2102966"/>
              <a:gd name="connsiteX93" fmla="*/ 0 w 2242827"/>
              <a:gd name="connsiteY93" fmla="*/ 266328 h 2102966"/>
              <a:gd name="connsiteX94" fmla="*/ 0 w 2242827"/>
              <a:gd name="connsiteY94" fmla="*/ 244052 h 2102966"/>
              <a:gd name="connsiteX95" fmla="*/ 360416 w 2242827"/>
              <a:gd name="connsiteY95" fmla="*/ 4982 h 2102966"/>
              <a:gd name="connsiteX96" fmla="*/ 218905 w 2242827"/>
              <a:gd name="connsiteY96" fmla="*/ 0 h 2102966"/>
              <a:gd name="connsiteX97" fmla="*/ 249720 w 2242827"/>
              <a:gd name="connsiteY97" fmla="*/ 0 h 2102966"/>
              <a:gd name="connsiteX98" fmla="*/ 241311 w 2242827"/>
              <a:gd name="connsiteY98" fmla="*/ 15475 h 2102966"/>
              <a:gd name="connsiteX99" fmla="*/ 0 w 2242827"/>
              <a:gd name="connsiteY99" fmla="*/ 143932 h 2102966"/>
              <a:gd name="connsiteX100" fmla="*/ 0 w 2242827"/>
              <a:gd name="connsiteY100" fmla="*/ 121656 h 2102966"/>
              <a:gd name="connsiteX101" fmla="*/ 189966 w 2242827"/>
              <a:gd name="connsiteY101" fmla="*/ 42875 h 210296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</a:cxnLst>
            <a:rect l="l" t="t" r="r" b="b"/>
            <a:pathLst>
              <a:path w="2242827" h="2102966">
                <a:moveTo>
                  <a:pt x="2220549" y="0"/>
                </a:moveTo>
                <a:lnTo>
                  <a:pt x="2242827" y="0"/>
                </a:lnTo>
                <a:lnTo>
                  <a:pt x="2238641" y="82607"/>
                </a:lnTo>
                <a:cubicBezTo>
                  <a:pt x="2123193" y="1215807"/>
                  <a:pt x="1163255" y="2102966"/>
                  <a:pt x="1" y="2102966"/>
                </a:cubicBezTo>
                <a:lnTo>
                  <a:pt x="1" y="2080690"/>
                </a:lnTo>
                <a:cubicBezTo>
                  <a:pt x="1151759" y="2080690"/>
                  <a:pt x="2102176" y="1202330"/>
                  <a:pt x="2216479" y="80336"/>
                </a:cubicBezTo>
                <a:close/>
                <a:moveTo>
                  <a:pt x="2098030" y="0"/>
                </a:moveTo>
                <a:lnTo>
                  <a:pt x="2120412" y="0"/>
                </a:lnTo>
                <a:lnTo>
                  <a:pt x="2116859" y="70117"/>
                </a:lnTo>
                <a:cubicBezTo>
                  <a:pt x="2007691" y="1141666"/>
                  <a:pt x="1099966" y="1980571"/>
                  <a:pt x="1" y="1980571"/>
                </a:cubicBezTo>
                <a:lnTo>
                  <a:pt x="1" y="1958295"/>
                </a:lnTo>
                <a:cubicBezTo>
                  <a:pt x="1088470" y="1958295"/>
                  <a:pt x="1986577" y="1128187"/>
                  <a:pt x="2094588" y="67938"/>
                </a:cubicBezTo>
                <a:close/>
                <a:moveTo>
                  <a:pt x="1975608" y="0"/>
                </a:moveTo>
                <a:lnTo>
                  <a:pt x="1997887" y="0"/>
                </a:lnTo>
                <a:lnTo>
                  <a:pt x="1994968" y="57611"/>
                </a:lnTo>
                <a:cubicBezTo>
                  <a:pt x="1892090" y="1067493"/>
                  <a:pt x="1036676" y="1858047"/>
                  <a:pt x="1" y="1858047"/>
                </a:cubicBezTo>
                <a:lnTo>
                  <a:pt x="1" y="1835771"/>
                </a:lnTo>
                <a:cubicBezTo>
                  <a:pt x="1025181" y="1835771"/>
                  <a:pt x="1871073" y="1053919"/>
                  <a:pt x="1972805" y="55322"/>
                </a:cubicBezTo>
                <a:close/>
                <a:moveTo>
                  <a:pt x="1853193" y="0"/>
                </a:moveTo>
                <a:lnTo>
                  <a:pt x="1875472" y="0"/>
                </a:lnTo>
                <a:lnTo>
                  <a:pt x="1873186" y="45119"/>
                </a:lnTo>
                <a:cubicBezTo>
                  <a:pt x="1776588" y="993350"/>
                  <a:pt x="973388" y="1735650"/>
                  <a:pt x="0" y="1735650"/>
                </a:cubicBezTo>
                <a:lnTo>
                  <a:pt x="0" y="1713374"/>
                </a:lnTo>
                <a:cubicBezTo>
                  <a:pt x="961784" y="1713374"/>
                  <a:pt x="1755557" y="979877"/>
                  <a:pt x="1851022" y="42848"/>
                </a:cubicBezTo>
                <a:close/>
                <a:moveTo>
                  <a:pt x="1730668" y="0"/>
                </a:moveTo>
                <a:lnTo>
                  <a:pt x="1753056" y="0"/>
                </a:lnTo>
                <a:lnTo>
                  <a:pt x="1751404" y="32610"/>
                </a:lnTo>
                <a:cubicBezTo>
                  <a:pt x="1661086" y="919190"/>
                  <a:pt x="910098" y="1613232"/>
                  <a:pt x="0" y="1613232"/>
                </a:cubicBezTo>
                <a:lnTo>
                  <a:pt x="0" y="1590961"/>
                </a:lnTo>
                <a:cubicBezTo>
                  <a:pt x="898495" y="1590961"/>
                  <a:pt x="1639954" y="905712"/>
                  <a:pt x="1729127" y="30432"/>
                </a:cubicBezTo>
                <a:close/>
                <a:moveTo>
                  <a:pt x="1608247" y="0"/>
                </a:moveTo>
                <a:lnTo>
                  <a:pt x="1630525" y="0"/>
                </a:lnTo>
                <a:lnTo>
                  <a:pt x="1629507" y="20086"/>
                </a:lnTo>
                <a:cubicBezTo>
                  <a:pt x="1545469" y="844919"/>
                  <a:pt x="846701" y="1490712"/>
                  <a:pt x="0" y="1490712"/>
                </a:cubicBezTo>
                <a:lnTo>
                  <a:pt x="0" y="1468436"/>
                </a:lnTo>
                <a:cubicBezTo>
                  <a:pt x="835206" y="1468436"/>
                  <a:pt x="1524451" y="831445"/>
                  <a:pt x="1607345" y="17816"/>
                </a:cubicBezTo>
                <a:close/>
                <a:moveTo>
                  <a:pt x="1485833" y="0"/>
                </a:moveTo>
                <a:lnTo>
                  <a:pt x="1508109" y="0"/>
                </a:lnTo>
                <a:lnTo>
                  <a:pt x="1507724" y="7596"/>
                </a:lnTo>
                <a:cubicBezTo>
                  <a:pt x="1429966" y="770778"/>
                  <a:pt x="783416" y="1368317"/>
                  <a:pt x="0" y="1368317"/>
                </a:cubicBezTo>
                <a:lnTo>
                  <a:pt x="0" y="1346041"/>
                </a:lnTo>
                <a:cubicBezTo>
                  <a:pt x="771917" y="1346041"/>
                  <a:pt x="1408949" y="757304"/>
                  <a:pt x="1485563" y="5325"/>
                </a:cubicBezTo>
                <a:close/>
                <a:moveTo>
                  <a:pt x="1362591" y="0"/>
                </a:moveTo>
                <a:lnTo>
                  <a:pt x="1385194" y="0"/>
                </a:lnTo>
                <a:lnTo>
                  <a:pt x="1364797" y="133264"/>
                </a:lnTo>
                <a:cubicBezTo>
                  <a:pt x="1234684" y="767432"/>
                  <a:pt x="672215" y="1245917"/>
                  <a:pt x="0" y="1245917"/>
                </a:cubicBezTo>
                <a:lnTo>
                  <a:pt x="0" y="1223641"/>
                </a:lnTo>
                <a:cubicBezTo>
                  <a:pt x="661385" y="1223641"/>
                  <a:pt x="1214835" y="752908"/>
                  <a:pt x="1342864" y="128894"/>
                </a:cubicBezTo>
                <a:close/>
                <a:moveTo>
                  <a:pt x="1238878" y="0"/>
                </a:moveTo>
                <a:lnTo>
                  <a:pt x="1261388" y="0"/>
                </a:lnTo>
                <a:lnTo>
                  <a:pt x="1244763" y="108614"/>
                </a:lnTo>
                <a:cubicBezTo>
                  <a:pt x="1126083" y="687031"/>
                  <a:pt x="613049" y="1123397"/>
                  <a:pt x="0" y="1123397"/>
                </a:cubicBezTo>
                <a:lnTo>
                  <a:pt x="0" y="1101121"/>
                </a:lnTo>
                <a:cubicBezTo>
                  <a:pt x="602316" y="1101121"/>
                  <a:pt x="1106344" y="672419"/>
                  <a:pt x="1222940" y="104135"/>
                </a:cubicBezTo>
                <a:close/>
                <a:moveTo>
                  <a:pt x="1115178" y="0"/>
                </a:moveTo>
                <a:lnTo>
                  <a:pt x="1137688" y="0"/>
                </a:lnTo>
                <a:lnTo>
                  <a:pt x="1124836" y="83962"/>
                </a:lnTo>
                <a:cubicBezTo>
                  <a:pt x="1017592" y="606647"/>
                  <a:pt x="553979" y="1000978"/>
                  <a:pt x="0" y="1000978"/>
                </a:cubicBezTo>
                <a:lnTo>
                  <a:pt x="0" y="978703"/>
                </a:lnTo>
                <a:cubicBezTo>
                  <a:pt x="543246" y="978703"/>
                  <a:pt x="997852" y="592039"/>
                  <a:pt x="1103012" y="79485"/>
                </a:cubicBezTo>
                <a:close/>
                <a:moveTo>
                  <a:pt x="991375" y="0"/>
                </a:moveTo>
                <a:lnTo>
                  <a:pt x="1013997" y="0"/>
                </a:lnTo>
                <a:lnTo>
                  <a:pt x="1004915" y="59331"/>
                </a:lnTo>
                <a:cubicBezTo>
                  <a:pt x="909100" y="526286"/>
                  <a:pt x="494909" y="878583"/>
                  <a:pt x="0" y="878583"/>
                </a:cubicBezTo>
                <a:lnTo>
                  <a:pt x="0" y="856307"/>
                </a:lnTo>
                <a:cubicBezTo>
                  <a:pt x="484176" y="856307"/>
                  <a:pt x="889272" y="511676"/>
                  <a:pt x="982981" y="54853"/>
                </a:cubicBezTo>
                <a:close/>
                <a:moveTo>
                  <a:pt x="866108" y="0"/>
                </a:moveTo>
                <a:lnTo>
                  <a:pt x="888384" y="0"/>
                </a:lnTo>
                <a:lnTo>
                  <a:pt x="884876" y="34680"/>
                </a:lnTo>
                <a:cubicBezTo>
                  <a:pt x="800495" y="445883"/>
                  <a:pt x="435739" y="756058"/>
                  <a:pt x="0" y="756058"/>
                </a:cubicBezTo>
                <a:lnTo>
                  <a:pt x="0" y="733782"/>
                </a:lnTo>
                <a:cubicBezTo>
                  <a:pt x="425107" y="733782"/>
                  <a:pt x="780781" y="431187"/>
                  <a:pt x="863057" y="30169"/>
                </a:cubicBezTo>
                <a:close/>
                <a:moveTo>
                  <a:pt x="743692" y="0"/>
                </a:moveTo>
                <a:lnTo>
                  <a:pt x="765973" y="0"/>
                </a:lnTo>
                <a:lnTo>
                  <a:pt x="764957" y="10048"/>
                </a:lnTo>
                <a:cubicBezTo>
                  <a:pt x="692029" y="365521"/>
                  <a:pt x="376767" y="633662"/>
                  <a:pt x="0" y="633662"/>
                </a:cubicBezTo>
                <a:lnTo>
                  <a:pt x="0" y="611386"/>
                </a:lnTo>
                <a:cubicBezTo>
                  <a:pt x="365938" y="611386"/>
                  <a:pt x="672265" y="350911"/>
                  <a:pt x="743129" y="5570"/>
                </a:cubicBezTo>
                <a:close/>
                <a:moveTo>
                  <a:pt x="617163" y="0"/>
                </a:moveTo>
                <a:lnTo>
                  <a:pt x="640489" y="0"/>
                </a:lnTo>
                <a:lnTo>
                  <a:pt x="606611" y="108906"/>
                </a:lnTo>
                <a:cubicBezTo>
                  <a:pt x="506524" y="345128"/>
                  <a:pt x="272312" y="511248"/>
                  <a:pt x="0" y="511248"/>
                </a:cubicBezTo>
                <a:lnTo>
                  <a:pt x="0" y="488972"/>
                </a:lnTo>
                <a:cubicBezTo>
                  <a:pt x="263030" y="488972"/>
                  <a:pt x="489290" y="328485"/>
                  <a:pt x="585980" y="100252"/>
                </a:cubicBezTo>
                <a:close/>
                <a:moveTo>
                  <a:pt x="489561" y="0"/>
                </a:moveTo>
                <a:lnTo>
                  <a:pt x="512789" y="0"/>
                </a:lnTo>
                <a:lnTo>
                  <a:pt x="493721" y="61289"/>
                </a:lnTo>
                <a:cubicBezTo>
                  <a:pt x="412246" y="253561"/>
                  <a:pt x="221597" y="388735"/>
                  <a:pt x="0" y="388735"/>
                </a:cubicBezTo>
                <a:lnTo>
                  <a:pt x="0" y="366459"/>
                </a:lnTo>
                <a:cubicBezTo>
                  <a:pt x="212399" y="366459"/>
                  <a:pt x="395116" y="236854"/>
                  <a:pt x="473199" y="52587"/>
                </a:cubicBezTo>
                <a:close/>
                <a:moveTo>
                  <a:pt x="361966" y="0"/>
                </a:moveTo>
                <a:lnTo>
                  <a:pt x="385181" y="0"/>
                </a:lnTo>
                <a:lnTo>
                  <a:pt x="380937" y="13636"/>
                </a:lnTo>
                <a:cubicBezTo>
                  <a:pt x="318070" y="161973"/>
                  <a:pt x="170965" y="266328"/>
                  <a:pt x="0" y="266328"/>
                </a:cubicBezTo>
                <a:lnTo>
                  <a:pt x="0" y="244052"/>
                </a:lnTo>
                <a:cubicBezTo>
                  <a:pt x="161767" y="244052"/>
                  <a:pt x="300940" y="145329"/>
                  <a:pt x="360416" y="4982"/>
                </a:cubicBezTo>
                <a:close/>
                <a:moveTo>
                  <a:pt x="218905" y="0"/>
                </a:moveTo>
                <a:lnTo>
                  <a:pt x="249720" y="0"/>
                </a:lnTo>
                <a:lnTo>
                  <a:pt x="241311" y="15475"/>
                </a:lnTo>
                <a:cubicBezTo>
                  <a:pt x="188962" y="92909"/>
                  <a:pt x="100349" y="143932"/>
                  <a:pt x="0" y="143932"/>
                </a:cubicBezTo>
                <a:lnTo>
                  <a:pt x="0" y="121656"/>
                </a:lnTo>
                <a:cubicBezTo>
                  <a:pt x="74091" y="121656"/>
                  <a:pt x="141290" y="91533"/>
                  <a:pt x="189966" y="42875"/>
                </a:cubicBezTo>
                <a:close/>
              </a:path>
            </a:pathLst>
          </a:custGeom>
          <a:solidFill>
            <a:schemeClr val="accent3">
              <a:lumMod val="20000"/>
              <a:lumOff val="80000"/>
            </a:schemeClr>
          </a:solidFill>
          <a:ln w="4588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8" name="Freeform: Shape 7">
            <a:extLst>
              <a:ext uri="{FF2B5EF4-FFF2-40B4-BE49-F238E27FC236}">
                <a16:creationId xmlns:a16="http://schemas.microsoft.com/office/drawing/2014/main" id="{95243571-BE64-3777-F992-88FC43A6053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flipH="1" flipV="1">
            <a:off x="9949173" y="4755034"/>
            <a:ext cx="2242827" cy="2102966"/>
          </a:xfrm>
          <a:custGeom>
            <a:avLst/>
            <a:gdLst>
              <a:gd name="connsiteX0" fmla="*/ 2220549 w 2242827"/>
              <a:gd name="connsiteY0" fmla="*/ 0 h 2102966"/>
              <a:gd name="connsiteX1" fmla="*/ 2242827 w 2242827"/>
              <a:gd name="connsiteY1" fmla="*/ 0 h 2102966"/>
              <a:gd name="connsiteX2" fmla="*/ 2238641 w 2242827"/>
              <a:gd name="connsiteY2" fmla="*/ 82607 h 2102966"/>
              <a:gd name="connsiteX3" fmla="*/ 1 w 2242827"/>
              <a:gd name="connsiteY3" fmla="*/ 2102966 h 2102966"/>
              <a:gd name="connsiteX4" fmla="*/ 1 w 2242827"/>
              <a:gd name="connsiteY4" fmla="*/ 2080690 h 2102966"/>
              <a:gd name="connsiteX5" fmla="*/ 2216479 w 2242827"/>
              <a:gd name="connsiteY5" fmla="*/ 80336 h 2102966"/>
              <a:gd name="connsiteX6" fmla="*/ 2098030 w 2242827"/>
              <a:gd name="connsiteY6" fmla="*/ 0 h 2102966"/>
              <a:gd name="connsiteX7" fmla="*/ 2120412 w 2242827"/>
              <a:gd name="connsiteY7" fmla="*/ 0 h 2102966"/>
              <a:gd name="connsiteX8" fmla="*/ 2116859 w 2242827"/>
              <a:gd name="connsiteY8" fmla="*/ 70117 h 2102966"/>
              <a:gd name="connsiteX9" fmla="*/ 1 w 2242827"/>
              <a:gd name="connsiteY9" fmla="*/ 1980571 h 2102966"/>
              <a:gd name="connsiteX10" fmla="*/ 1 w 2242827"/>
              <a:gd name="connsiteY10" fmla="*/ 1958295 h 2102966"/>
              <a:gd name="connsiteX11" fmla="*/ 2094588 w 2242827"/>
              <a:gd name="connsiteY11" fmla="*/ 67938 h 2102966"/>
              <a:gd name="connsiteX12" fmla="*/ 1975608 w 2242827"/>
              <a:gd name="connsiteY12" fmla="*/ 0 h 2102966"/>
              <a:gd name="connsiteX13" fmla="*/ 1997887 w 2242827"/>
              <a:gd name="connsiteY13" fmla="*/ 0 h 2102966"/>
              <a:gd name="connsiteX14" fmla="*/ 1994968 w 2242827"/>
              <a:gd name="connsiteY14" fmla="*/ 57611 h 2102966"/>
              <a:gd name="connsiteX15" fmla="*/ 1 w 2242827"/>
              <a:gd name="connsiteY15" fmla="*/ 1858047 h 2102966"/>
              <a:gd name="connsiteX16" fmla="*/ 1 w 2242827"/>
              <a:gd name="connsiteY16" fmla="*/ 1835771 h 2102966"/>
              <a:gd name="connsiteX17" fmla="*/ 1972805 w 2242827"/>
              <a:gd name="connsiteY17" fmla="*/ 55322 h 2102966"/>
              <a:gd name="connsiteX18" fmla="*/ 1853193 w 2242827"/>
              <a:gd name="connsiteY18" fmla="*/ 0 h 2102966"/>
              <a:gd name="connsiteX19" fmla="*/ 1875472 w 2242827"/>
              <a:gd name="connsiteY19" fmla="*/ 0 h 2102966"/>
              <a:gd name="connsiteX20" fmla="*/ 1873186 w 2242827"/>
              <a:gd name="connsiteY20" fmla="*/ 45119 h 2102966"/>
              <a:gd name="connsiteX21" fmla="*/ 0 w 2242827"/>
              <a:gd name="connsiteY21" fmla="*/ 1735650 h 2102966"/>
              <a:gd name="connsiteX22" fmla="*/ 0 w 2242827"/>
              <a:gd name="connsiteY22" fmla="*/ 1713374 h 2102966"/>
              <a:gd name="connsiteX23" fmla="*/ 1851022 w 2242827"/>
              <a:gd name="connsiteY23" fmla="*/ 42848 h 2102966"/>
              <a:gd name="connsiteX24" fmla="*/ 1730668 w 2242827"/>
              <a:gd name="connsiteY24" fmla="*/ 0 h 2102966"/>
              <a:gd name="connsiteX25" fmla="*/ 1753056 w 2242827"/>
              <a:gd name="connsiteY25" fmla="*/ 0 h 2102966"/>
              <a:gd name="connsiteX26" fmla="*/ 1751404 w 2242827"/>
              <a:gd name="connsiteY26" fmla="*/ 32610 h 2102966"/>
              <a:gd name="connsiteX27" fmla="*/ 0 w 2242827"/>
              <a:gd name="connsiteY27" fmla="*/ 1613232 h 2102966"/>
              <a:gd name="connsiteX28" fmla="*/ 0 w 2242827"/>
              <a:gd name="connsiteY28" fmla="*/ 1590961 h 2102966"/>
              <a:gd name="connsiteX29" fmla="*/ 1729127 w 2242827"/>
              <a:gd name="connsiteY29" fmla="*/ 30432 h 2102966"/>
              <a:gd name="connsiteX30" fmla="*/ 1608247 w 2242827"/>
              <a:gd name="connsiteY30" fmla="*/ 0 h 2102966"/>
              <a:gd name="connsiteX31" fmla="*/ 1630525 w 2242827"/>
              <a:gd name="connsiteY31" fmla="*/ 0 h 2102966"/>
              <a:gd name="connsiteX32" fmla="*/ 1629507 w 2242827"/>
              <a:gd name="connsiteY32" fmla="*/ 20086 h 2102966"/>
              <a:gd name="connsiteX33" fmla="*/ 0 w 2242827"/>
              <a:gd name="connsiteY33" fmla="*/ 1490712 h 2102966"/>
              <a:gd name="connsiteX34" fmla="*/ 0 w 2242827"/>
              <a:gd name="connsiteY34" fmla="*/ 1468436 h 2102966"/>
              <a:gd name="connsiteX35" fmla="*/ 1607345 w 2242827"/>
              <a:gd name="connsiteY35" fmla="*/ 17816 h 2102966"/>
              <a:gd name="connsiteX36" fmla="*/ 1485833 w 2242827"/>
              <a:gd name="connsiteY36" fmla="*/ 0 h 2102966"/>
              <a:gd name="connsiteX37" fmla="*/ 1508109 w 2242827"/>
              <a:gd name="connsiteY37" fmla="*/ 0 h 2102966"/>
              <a:gd name="connsiteX38" fmla="*/ 1507724 w 2242827"/>
              <a:gd name="connsiteY38" fmla="*/ 7596 h 2102966"/>
              <a:gd name="connsiteX39" fmla="*/ 0 w 2242827"/>
              <a:gd name="connsiteY39" fmla="*/ 1368317 h 2102966"/>
              <a:gd name="connsiteX40" fmla="*/ 0 w 2242827"/>
              <a:gd name="connsiteY40" fmla="*/ 1346041 h 2102966"/>
              <a:gd name="connsiteX41" fmla="*/ 1485563 w 2242827"/>
              <a:gd name="connsiteY41" fmla="*/ 5325 h 2102966"/>
              <a:gd name="connsiteX42" fmla="*/ 1362591 w 2242827"/>
              <a:gd name="connsiteY42" fmla="*/ 0 h 2102966"/>
              <a:gd name="connsiteX43" fmla="*/ 1385194 w 2242827"/>
              <a:gd name="connsiteY43" fmla="*/ 0 h 2102966"/>
              <a:gd name="connsiteX44" fmla="*/ 1364797 w 2242827"/>
              <a:gd name="connsiteY44" fmla="*/ 133264 h 2102966"/>
              <a:gd name="connsiteX45" fmla="*/ 0 w 2242827"/>
              <a:gd name="connsiteY45" fmla="*/ 1245917 h 2102966"/>
              <a:gd name="connsiteX46" fmla="*/ 0 w 2242827"/>
              <a:gd name="connsiteY46" fmla="*/ 1223641 h 2102966"/>
              <a:gd name="connsiteX47" fmla="*/ 1342864 w 2242827"/>
              <a:gd name="connsiteY47" fmla="*/ 128894 h 2102966"/>
              <a:gd name="connsiteX48" fmla="*/ 1238878 w 2242827"/>
              <a:gd name="connsiteY48" fmla="*/ 0 h 2102966"/>
              <a:gd name="connsiteX49" fmla="*/ 1261388 w 2242827"/>
              <a:gd name="connsiteY49" fmla="*/ 0 h 2102966"/>
              <a:gd name="connsiteX50" fmla="*/ 1244763 w 2242827"/>
              <a:gd name="connsiteY50" fmla="*/ 108614 h 2102966"/>
              <a:gd name="connsiteX51" fmla="*/ 0 w 2242827"/>
              <a:gd name="connsiteY51" fmla="*/ 1123397 h 2102966"/>
              <a:gd name="connsiteX52" fmla="*/ 0 w 2242827"/>
              <a:gd name="connsiteY52" fmla="*/ 1101121 h 2102966"/>
              <a:gd name="connsiteX53" fmla="*/ 1222940 w 2242827"/>
              <a:gd name="connsiteY53" fmla="*/ 104135 h 2102966"/>
              <a:gd name="connsiteX54" fmla="*/ 1115178 w 2242827"/>
              <a:gd name="connsiteY54" fmla="*/ 0 h 2102966"/>
              <a:gd name="connsiteX55" fmla="*/ 1137688 w 2242827"/>
              <a:gd name="connsiteY55" fmla="*/ 0 h 2102966"/>
              <a:gd name="connsiteX56" fmla="*/ 1124836 w 2242827"/>
              <a:gd name="connsiteY56" fmla="*/ 83962 h 2102966"/>
              <a:gd name="connsiteX57" fmla="*/ 0 w 2242827"/>
              <a:gd name="connsiteY57" fmla="*/ 1000978 h 2102966"/>
              <a:gd name="connsiteX58" fmla="*/ 0 w 2242827"/>
              <a:gd name="connsiteY58" fmla="*/ 978703 h 2102966"/>
              <a:gd name="connsiteX59" fmla="*/ 1103012 w 2242827"/>
              <a:gd name="connsiteY59" fmla="*/ 79485 h 2102966"/>
              <a:gd name="connsiteX60" fmla="*/ 991375 w 2242827"/>
              <a:gd name="connsiteY60" fmla="*/ 0 h 2102966"/>
              <a:gd name="connsiteX61" fmla="*/ 1013997 w 2242827"/>
              <a:gd name="connsiteY61" fmla="*/ 0 h 2102966"/>
              <a:gd name="connsiteX62" fmla="*/ 1004915 w 2242827"/>
              <a:gd name="connsiteY62" fmla="*/ 59331 h 2102966"/>
              <a:gd name="connsiteX63" fmla="*/ 0 w 2242827"/>
              <a:gd name="connsiteY63" fmla="*/ 878583 h 2102966"/>
              <a:gd name="connsiteX64" fmla="*/ 0 w 2242827"/>
              <a:gd name="connsiteY64" fmla="*/ 856307 h 2102966"/>
              <a:gd name="connsiteX65" fmla="*/ 982981 w 2242827"/>
              <a:gd name="connsiteY65" fmla="*/ 54853 h 2102966"/>
              <a:gd name="connsiteX66" fmla="*/ 866108 w 2242827"/>
              <a:gd name="connsiteY66" fmla="*/ 0 h 2102966"/>
              <a:gd name="connsiteX67" fmla="*/ 888384 w 2242827"/>
              <a:gd name="connsiteY67" fmla="*/ 0 h 2102966"/>
              <a:gd name="connsiteX68" fmla="*/ 884876 w 2242827"/>
              <a:gd name="connsiteY68" fmla="*/ 34680 h 2102966"/>
              <a:gd name="connsiteX69" fmla="*/ 0 w 2242827"/>
              <a:gd name="connsiteY69" fmla="*/ 756058 h 2102966"/>
              <a:gd name="connsiteX70" fmla="*/ 0 w 2242827"/>
              <a:gd name="connsiteY70" fmla="*/ 733782 h 2102966"/>
              <a:gd name="connsiteX71" fmla="*/ 863057 w 2242827"/>
              <a:gd name="connsiteY71" fmla="*/ 30169 h 2102966"/>
              <a:gd name="connsiteX72" fmla="*/ 743692 w 2242827"/>
              <a:gd name="connsiteY72" fmla="*/ 0 h 2102966"/>
              <a:gd name="connsiteX73" fmla="*/ 765973 w 2242827"/>
              <a:gd name="connsiteY73" fmla="*/ 0 h 2102966"/>
              <a:gd name="connsiteX74" fmla="*/ 764957 w 2242827"/>
              <a:gd name="connsiteY74" fmla="*/ 10048 h 2102966"/>
              <a:gd name="connsiteX75" fmla="*/ 0 w 2242827"/>
              <a:gd name="connsiteY75" fmla="*/ 633662 h 2102966"/>
              <a:gd name="connsiteX76" fmla="*/ 0 w 2242827"/>
              <a:gd name="connsiteY76" fmla="*/ 611386 h 2102966"/>
              <a:gd name="connsiteX77" fmla="*/ 743129 w 2242827"/>
              <a:gd name="connsiteY77" fmla="*/ 5570 h 2102966"/>
              <a:gd name="connsiteX78" fmla="*/ 617163 w 2242827"/>
              <a:gd name="connsiteY78" fmla="*/ 0 h 2102966"/>
              <a:gd name="connsiteX79" fmla="*/ 640489 w 2242827"/>
              <a:gd name="connsiteY79" fmla="*/ 0 h 2102966"/>
              <a:gd name="connsiteX80" fmla="*/ 606611 w 2242827"/>
              <a:gd name="connsiteY80" fmla="*/ 108906 h 2102966"/>
              <a:gd name="connsiteX81" fmla="*/ 0 w 2242827"/>
              <a:gd name="connsiteY81" fmla="*/ 511248 h 2102966"/>
              <a:gd name="connsiteX82" fmla="*/ 0 w 2242827"/>
              <a:gd name="connsiteY82" fmla="*/ 488972 h 2102966"/>
              <a:gd name="connsiteX83" fmla="*/ 585980 w 2242827"/>
              <a:gd name="connsiteY83" fmla="*/ 100252 h 2102966"/>
              <a:gd name="connsiteX84" fmla="*/ 489561 w 2242827"/>
              <a:gd name="connsiteY84" fmla="*/ 0 h 2102966"/>
              <a:gd name="connsiteX85" fmla="*/ 512789 w 2242827"/>
              <a:gd name="connsiteY85" fmla="*/ 0 h 2102966"/>
              <a:gd name="connsiteX86" fmla="*/ 493721 w 2242827"/>
              <a:gd name="connsiteY86" fmla="*/ 61289 h 2102966"/>
              <a:gd name="connsiteX87" fmla="*/ 0 w 2242827"/>
              <a:gd name="connsiteY87" fmla="*/ 388735 h 2102966"/>
              <a:gd name="connsiteX88" fmla="*/ 0 w 2242827"/>
              <a:gd name="connsiteY88" fmla="*/ 366459 h 2102966"/>
              <a:gd name="connsiteX89" fmla="*/ 473199 w 2242827"/>
              <a:gd name="connsiteY89" fmla="*/ 52587 h 2102966"/>
              <a:gd name="connsiteX90" fmla="*/ 361966 w 2242827"/>
              <a:gd name="connsiteY90" fmla="*/ 0 h 2102966"/>
              <a:gd name="connsiteX91" fmla="*/ 385181 w 2242827"/>
              <a:gd name="connsiteY91" fmla="*/ 0 h 2102966"/>
              <a:gd name="connsiteX92" fmla="*/ 380937 w 2242827"/>
              <a:gd name="connsiteY92" fmla="*/ 13636 h 2102966"/>
              <a:gd name="connsiteX93" fmla="*/ 0 w 2242827"/>
              <a:gd name="connsiteY93" fmla="*/ 266328 h 2102966"/>
              <a:gd name="connsiteX94" fmla="*/ 0 w 2242827"/>
              <a:gd name="connsiteY94" fmla="*/ 244052 h 2102966"/>
              <a:gd name="connsiteX95" fmla="*/ 360416 w 2242827"/>
              <a:gd name="connsiteY95" fmla="*/ 4982 h 2102966"/>
              <a:gd name="connsiteX96" fmla="*/ 218905 w 2242827"/>
              <a:gd name="connsiteY96" fmla="*/ 0 h 2102966"/>
              <a:gd name="connsiteX97" fmla="*/ 249720 w 2242827"/>
              <a:gd name="connsiteY97" fmla="*/ 0 h 2102966"/>
              <a:gd name="connsiteX98" fmla="*/ 241311 w 2242827"/>
              <a:gd name="connsiteY98" fmla="*/ 15475 h 2102966"/>
              <a:gd name="connsiteX99" fmla="*/ 0 w 2242827"/>
              <a:gd name="connsiteY99" fmla="*/ 143932 h 2102966"/>
              <a:gd name="connsiteX100" fmla="*/ 0 w 2242827"/>
              <a:gd name="connsiteY100" fmla="*/ 121656 h 2102966"/>
              <a:gd name="connsiteX101" fmla="*/ 189966 w 2242827"/>
              <a:gd name="connsiteY101" fmla="*/ 42875 h 210296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</a:cxnLst>
            <a:rect l="l" t="t" r="r" b="b"/>
            <a:pathLst>
              <a:path w="2242827" h="2102966">
                <a:moveTo>
                  <a:pt x="2220549" y="0"/>
                </a:moveTo>
                <a:lnTo>
                  <a:pt x="2242827" y="0"/>
                </a:lnTo>
                <a:lnTo>
                  <a:pt x="2238641" y="82607"/>
                </a:lnTo>
                <a:cubicBezTo>
                  <a:pt x="2123193" y="1215807"/>
                  <a:pt x="1163255" y="2102966"/>
                  <a:pt x="1" y="2102966"/>
                </a:cubicBezTo>
                <a:lnTo>
                  <a:pt x="1" y="2080690"/>
                </a:lnTo>
                <a:cubicBezTo>
                  <a:pt x="1151759" y="2080690"/>
                  <a:pt x="2102176" y="1202330"/>
                  <a:pt x="2216479" y="80336"/>
                </a:cubicBezTo>
                <a:close/>
                <a:moveTo>
                  <a:pt x="2098030" y="0"/>
                </a:moveTo>
                <a:lnTo>
                  <a:pt x="2120412" y="0"/>
                </a:lnTo>
                <a:lnTo>
                  <a:pt x="2116859" y="70117"/>
                </a:lnTo>
                <a:cubicBezTo>
                  <a:pt x="2007691" y="1141666"/>
                  <a:pt x="1099966" y="1980571"/>
                  <a:pt x="1" y="1980571"/>
                </a:cubicBezTo>
                <a:lnTo>
                  <a:pt x="1" y="1958295"/>
                </a:lnTo>
                <a:cubicBezTo>
                  <a:pt x="1088470" y="1958295"/>
                  <a:pt x="1986577" y="1128187"/>
                  <a:pt x="2094588" y="67938"/>
                </a:cubicBezTo>
                <a:close/>
                <a:moveTo>
                  <a:pt x="1975608" y="0"/>
                </a:moveTo>
                <a:lnTo>
                  <a:pt x="1997887" y="0"/>
                </a:lnTo>
                <a:lnTo>
                  <a:pt x="1994968" y="57611"/>
                </a:lnTo>
                <a:cubicBezTo>
                  <a:pt x="1892090" y="1067493"/>
                  <a:pt x="1036676" y="1858047"/>
                  <a:pt x="1" y="1858047"/>
                </a:cubicBezTo>
                <a:lnTo>
                  <a:pt x="1" y="1835771"/>
                </a:lnTo>
                <a:cubicBezTo>
                  <a:pt x="1025181" y="1835771"/>
                  <a:pt x="1871073" y="1053919"/>
                  <a:pt x="1972805" y="55322"/>
                </a:cubicBezTo>
                <a:close/>
                <a:moveTo>
                  <a:pt x="1853193" y="0"/>
                </a:moveTo>
                <a:lnTo>
                  <a:pt x="1875472" y="0"/>
                </a:lnTo>
                <a:lnTo>
                  <a:pt x="1873186" y="45119"/>
                </a:lnTo>
                <a:cubicBezTo>
                  <a:pt x="1776588" y="993350"/>
                  <a:pt x="973388" y="1735650"/>
                  <a:pt x="0" y="1735650"/>
                </a:cubicBezTo>
                <a:lnTo>
                  <a:pt x="0" y="1713374"/>
                </a:lnTo>
                <a:cubicBezTo>
                  <a:pt x="961784" y="1713374"/>
                  <a:pt x="1755557" y="979877"/>
                  <a:pt x="1851022" y="42848"/>
                </a:cubicBezTo>
                <a:close/>
                <a:moveTo>
                  <a:pt x="1730668" y="0"/>
                </a:moveTo>
                <a:lnTo>
                  <a:pt x="1753056" y="0"/>
                </a:lnTo>
                <a:lnTo>
                  <a:pt x="1751404" y="32610"/>
                </a:lnTo>
                <a:cubicBezTo>
                  <a:pt x="1661086" y="919190"/>
                  <a:pt x="910098" y="1613232"/>
                  <a:pt x="0" y="1613232"/>
                </a:cubicBezTo>
                <a:lnTo>
                  <a:pt x="0" y="1590961"/>
                </a:lnTo>
                <a:cubicBezTo>
                  <a:pt x="898495" y="1590961"/>
                  <a:pt x="1639954" y="905712"/>
                  <a:pt x="1729127" y="30432"/>
                </a:cubicBezTo>
                <a:close/>
                <a:moveTo>
                  <a:pt x="1608247" y="0"/>
                </a:moveTo>
                <a:lnTo>
                  <a:pt x="1630525" y="0"/>
                </a:lnTo>
                <a:lnTo>
                  <a:pt x="1629507" y="20086"/>
                </a:lnTo>
                <a:cubicBezTo>
                  <a:pt x="1545469" y="844919"/>
                  <a:pt x="846701" y="1490712"/>
                  <a:pt x="0" y="1490712"/>
                </a:cubicBezTo>
                <a:lnTo>
                  <a:pt x="0" y="1468436"/>
                </a:lnTo>
                <a:cubicBezTo>
                  <a:pt x="835206" y="1468436"/>
                  <a:pt x="1524451" y="831445"/>
                  <a:pt x="1607345" y="17816"/>
                </a:cubicBezTo>
                <a:close/>
                <a:moveTo>
                  <a:pt x="1485833" y="0"/>
                </a:moveTo>
                <a:lnTo>
                  <a:pt x="1508109" y="0"/>
                </a:lnTo>
                <a:lnTo>
                  <a:pt x="1507724" y="7596"/>
                </a:lnTo>
                <a:cubicBezTo>
                  <a:pt x="1429966" y="770778"/>
                  <a:pt x="783416" y="1368317"/>
                  <a:pt x="0" y="1368317"/>
                </a:cubicBezTo>
                <a:lnTo>
                  <a:pt x="0" y="1346041"/>
                </a:lnTo>
                <a:cubicBezTo>
                  <a:pt x="771917" y="1346041"/>
                  <a:pt x="1408949" y="757304"/>
                  <a:pt x="1485563" y="5325"/>
                </a:cubicBezTo>
                <a:close/>
                <a:moveTo>
                  <a:pt x="1362591" y="0"/>
                </a:moveTo>
                <a:lnTo>
                  <a:pt x="1385194" y="0"/>
                </a:lnTo>
                <a:lnTo>
                  <a:pt x="1364797" y="133264"/>
                </a:lnTo>
                <a:cubicBezTo>
                  <a:pt x="1234684" y="767432"/>
                  <a:pt x="672215" y="1245917"/>
                  <a:pt x="0" y="1245917"/>
                </a:cubicBezTo>
                <a:lnTo>
                  <a:pt x="0" y="1223641"/>
                </a:lnTo>
                <a:cubicBezTo>
                  <a:pt x="661385" y="1223641"/>
                  <a:pt x="1214835" y="752908"/>
                  <a:pt x="1342864" y="128894"/>
                </a:cubicBezTo>
                <a:close/>
                <a:moveTo>
                  <a:pt x="1238878" y="0"/>
                </a:moveTo>
                <a:lnTo>
                  <a:pt x="1261388" y="0"/>
                </a:lnTo>
                <a:lnTo>
                  <a:pt x="1244763" y="108614"/>
                </a:lnTo>
                <a:cubicBezTo>
                  <a:pt x="1126083" y="687031"/>
                  <a:pt x="613049" y="1123397"/>
                  <a:pt x="0" y="1123397"/>
                </a:cubicBezTo>
                <a:lnTo>
                  <a:pt x="0" y="1101121"/>
                </a:lnTo>
                <a:cubicBezTo>
                  <a:pt x="602316" y="1101121"/>
                  <a:pt x="1106344" y="672419"/>
                  <a:pt x="1222940" y="104135"/>
                </a:cubicBezTo>
                <a:close/>
                <a:moveTo>
                  <a:pt x="1115178" y="0"/>
                </a:moveTo>
                <a:lnTo>
                  <a:pt x="1137688" y="0"/>
                </a:lnTo>
                <a:lnTo>
                  <a:pt x="1124836" y="83962"/>
                </a:lnTo>
                <a:cubicBezTo>
                  <a:pt x="1017592" y="606647"/>
                  <a:pt x="553979" y="1000978"/>
                  <a:pt x="0" y="1000978"/>
                </a:cubicBezTo>
                <a:lnTo>
                  <a:pt x="0" y="978703"/>
                </a:lnTo>
                <a:cubicBezTo>
                  <a:pt x="543246" y="978703"/>
                  <a:pt x="997852" y="592039"/>
                  <a:pt x="1103012" y="79485"/>
                </a:cubicBezTo>
                <a:close/>
                <a:moveTo>
                  <a:pt x="991375" y="0"/>
                </a:moveTo>
                <a:lnTo>
                  <a:pt x="1013997" y="0"/>
                </a:lnTo>
                <a:lnTo>
                  <a:pt x="1004915" y="59331"/>
                </a:lnTo>
                <a:cubicBezTo>
                  <a:pt x="909100" y="526286"/>
                  <a:pt x="494909" y="878583"/>
                  <a:pt x="0" y="878583"/>
                </a:cubicBezTo>
                <a:lnTo>
                  <a:pt x="0" y="856307"/>
                </a:lnTo>
                <a:cubicBezTo>
                  <a:pt x="484176" y="856307"/>
                  <a:pt x="889272" y="511676"/>
                  <a:pt x="982981" y="54853"/>
                </a:cubicBezTo>
                <a:close/>
                <a:moveTo>
                  <a:pt x="866108" y="0"/>
                </a:moveTo>
                <a:lnTo>
                  <a:pt x="888384" y="0"/>
                </a:lnTo>
                <a:lnTo>
                  <a:pt x="884876" y="34680"/>
                </a:lnTo>
                <a:cubicBezTo>
                  <a:pt x="800495" y="445883"/>
                  <a:pt x="435739" y="756058"/>
                  <a:pt x="0" y="756058"/>
                </a:cubicBezTo>
                <a:lnTo>
                  <a:pt x="0" y="733782"/>
                </a:lnTo>
                <a:cubicBezTo>
                  <a:pt x="425107" y="733782"/>
                  <a:pt x="780781" y="431187"/>
                  <a:pt x="863057" y="30169"/>
                </a:cubicBezTo>
                <a:close/>
                <a:moveTo>
                  <a:pt x="743692" y="0"/>
                </a:moveTo>
                <a:lnTo>
                  <a:pt x="765973" y="0"/>
                </a:lnTo>
                <a:lnTo>
                  <a:pt x="764957" y="10048"/>
                </a:lnTo>
                <a:cubicBezTo>
                  <a:pt x="692029" y="365521"/>
                  <a:pt x="376767" y="633662"/>
                  <a:pt x="0" y="633662"/>
                </a:cubicBezTo>
                <a:lnTo>
                  <a:pt x="0" y="611386"/>
                </a:lnTo>
                <a:cubicBezTo>
                  <a:pt x="365938" y="611386"/>
                  <a:pt x="672265" y="350911"/>
                  <a:pt x="743129" y="5570"/>
                </a:cubicBezTo>
                <a:close/>
                <a:moveTo>
                  <a:pt x="617163" y="0"/>
                </a:moveTo>
                <a:lnTo>
                  <a:pt x="640489" y="0"/>
                </a:lnTo>
                <a:lnTo>
                  <a:pt x="606611" y="108906"/>
                </a:lnTo>
                <a:cubicBezTo>
                  <a:pt x="506524" y="345128"/>
                  <a:pt x="272312" y="511248"/>
                  <a:pt x="0" y="511248"/>
                </a:cubicBezTo>
                <a:lnTo>
                  <a:pt x="0" y="488972"/>
                </a:lnTo>
                <a:cubicBezTo>
                  <a:pt x="263030" y="488972"/>
                  <a:pt x="489290" y="328485"/>
                  <a:pt x="585980" y="100252"/>
                </a:cubicBezTo>
                <a:close/>
                <a:moveTo>
                  <a:pt x="489561" y="0"/>
                </a:moveTo>
                <a:lnTo>
                  <a:pt x="512789" y="0"/>
                </a:lnTo>
                <a:lnTo>
                  <a:pt x="493721" y="61289"/>
                </a:lnTo>
                <a:cubicBezTo>
                  <a:pt x="412246" y="253561"/>
                  <a:pt x="221597" y="388735"/>
                  <a:pt x="0" y="388735"/>
                </a:cubicBezTo>
                <a:lnTo>
                  <a:pt x="0" y="366459"/>
                </a:lnTo>
                <a:cubicBezTo>
                  <a:pt x="212399" y="366459"/>
                  <a:pt x="395116" y="236854"/>
                  <a:pt x="473199" y="52587"/>
                </a:cubicBezTo>
                <a:close/>
                <a:moveTo>
                  <a:pt x="361966" y="0"/>
                </a:moveTo>
                <a:lnTo>
                  <a:pt x="385181" y="0"/>
                </a:lnTo>
                <a:lnTo>
                  <a:pt x="380937" y="13636"/>
                </a:lnTo>
                <a:cubicBezTo>
                  <a:pt x="318070" y="161973"/>
                  <a:pt x="170965" y="266328"/>
                  <a:pt x="0" y="266328"/>
                </a:cubicBezTo>
                <a:lnTo>
                  <a:pt x="0" y="244052"/>
                </a:lnTo>
                <a:cubicBezTo>
                  <a:pt x="161767" y="244052"/>
                  <a:pt x="300940" y="145329"/>
                  <a:pt x="360416" y="4982"/>
                </a:cubicBezTo>
                <a:close/>
                <a:moveTo>
                  <a:pt x="218905" y="0"/>
                </a:moveTo>
                <a:lnTo>
                  <a:pt x="249720" y="0"/>
                </a:lnTo>
                <a:lnTo>
                  <a:pt x="241311" y="15475"/>
                </a:lnTo>
                <a:cubicBezTo>
                  <a:pt x="188962" y="92909"/>
                  <a:pt x="100349" y="143932"/>
                  <a:pt x="0" y="143932"/>
                </a:cubicBezTo>
                <a:lnTo>
                  <a:pt x="0" y="121656"/>
                </a:lnTo>
                <a:cubicBezTo>
                  <a:pt x="74091" y="121656"/>
                  <a:pt x="141290" y="91533"/>
                  <a:pt x="189966" y="42875"/>
                </a:cubicBezTo>
                <a:close/>
              </a:path>
            </a:pathLst>
          </a:custGeom>
          <a:solidFill>
            <a:schemeClr val="accent3">
              <a:lumMod val="20000"/>
              <a:lumOff val="80000"/>
            </a:schemeClr>
          </a:solidFill>
          <a:ln w="4588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+mn-lt"/>
              </a:defRPr>
            </a:lvl1pPr>
          </a:lstStyle>
          <a:p>
            <a:fld id="{48F63A3B-78C7-47BE-AE5E-E10140E04643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81182869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Freeform: Shape 10">
            <a:extLst>
              <a:ext uri="{FF2B5EF4-FFF2-40B4-BE49-F238E27FC236}">
                <a16:creationId xmlns:a16="http://schemas.microsoft.com/office/drawing/2014/main" id="{ADFAE2CB-0EAD-E788-FCB7-FB12F693919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flipH="1" flipV="1">
            <a:off x="9949173" y="4755034"/>
            <a:ext cx="2242827" cy="2102966"/>
          </a:xfrm>
          <a:custGeom>
            <a:avLst/>
            <a:gdLst>
              <a:gd name="connsiteX0" fmla="*/ 2220549 w 2242827"/>
              <a:gd name="connsiteY0" fmla="*/ 0 h 2102966"/>
              <a:gd name="connsiteX1" fmla="*/ 2242827 w 2242827"/>
              <a:gd name="connsiteY1" fmla="*/ 0 h 2102966"/>
              <a:gd name="connsiteX2" fmla="*/ 2238641 w 2242827"/>
              <a:gd name="connsiteY2" fmla="*/ 82607 h 2102966"/>
              <a:gd name="connsiteX3" fmla="*/ 1 w 2242827"/>
              <a:gd name="connsiteY3" fmla="*/ 2102966 h 2102966"/>
              <a:gd name="connsiteX4" fmla="*/ 1 w 2242827"/>
              <a:gd name="connsiteY4" fmla="*/ 2080690 h 2102966"/>
              <a:gd name="connsiteX5" fmla="*/ 2216479 w 2242827"/>
              <a:gd name="connsiteY5" fmla="*/ 80336 h 2102966"/>
              <a:gd name="connsiteX6" fmla="*/ 2098030 w 2242827"/>
              <a:gd name="connsiteY6" fmla="*/ 0 h 2102966"/>
              <a:gd name="connsiteX7" fmla="*/ 2120412 w 2242827"/>
              <a:gd name="connsiteY7" fmla="*/ 0 h 2102966"/>
              <a:gd name="connsiteX8" fmla="*/ 2116859 w 2242827"/>
              <a:gd name="connsiteY8" fmla="*/ 70117 h 2102966"/>
              <a:gd name="connsiteX9" fmla="*/ 1 w 2242827"/>
              <a:gd name="connsiteY9" fmla="*/ 1980571 h 2102966"/>
              <a:gd name="connsiteX10" fmla="*/ 1 w 2242827"/>
              <a:gd name="connsiteY10" fmla="*/ 1958295 h 2102966"/>
              <a:gd name="connsiteX11" fmla="*/ 2094588 w 2242827"/>
              <a:gd name="connsiteY11" fmla="*/ 67938 h 2102966"/>
              <a:gd name="connsiteX12" fmla="*/ 1975608 w 2242827"/>
              <a:gd name="connsiteY12" fmla="*/ 0 h 2102966"/>
              <a:gd name="connsiteX13" fmla="*/ 1997887 w 2242827"/>
              <a:gd name="connsiteY13" fmla="*/ 0 h 2102966"/>
              <a:gd name="connsiteX14" fmla="*/ 1994968 w 2242827"/>
              <a:gd name="connsiteY14" fmla="*/ 57611 h 2102966"/>
              <a:gd name="connsiteX15" fmla="*/ 1 w 2242827"/>
              <a:gd name="connsiteY15" fmla="*/ 1858047 h 2102966"/>
              <a:gd name="connsiteX16" fmla="*/ 1 w 2242827"/>
              <a:gd name="connsiteY16" fmla="*/ 1835771 h 2102966"/>
              <a:gd name="connsiteX17" fmla="*/ 1972805 w 2242827"/>
              <a:gd name="connsiteY17" fmla="*/ 55322 h 2102966"/>
              <a:gd name="connsiteX18" fmla="*/ 1853193 w 2242827"/>
              <a:gd name="connsiteY18" fmla="*/ 0 h 2102966"/>
              <a:gd name="connsiteX19" fmla="*/ 1875472 w 2242827"/>
              <a:gd name="connsiteY19" fmla="*/ 0 h 2102966"/>
              <a:gd name="connsiteX20" fmla="*/ 1873186 w 2242827"/>
              <a:gd name="connsiteY20" fmla="*/ 45119 h 2102966"/>
              <a:gd name="connsiteX21" fmla="*/ 0 w 2242827"/>
              <a:gd name="connsiteY21" fmla="*/ 1735650 h 2102966"/>
              <a:gd name="connsiteX22" fmla="*/ 0 w 2242827"/>
              <a:gd name="connsiteY22" fmla="*/ 1713374 h 2102966"/>
              <a:gd name="connsiteX23" fmla="*/ 1851022 w 2242827"/>
              <a:gd name="connsiteY23" fmla="*/ 42848 h 2102966"/>
              <a:gd name="connsiteX24" fmla="*/ 1730668 w 2242827"/>
              <a:gd name="connsiteY24" fmla="*/ 0 h 2102966"/>
              <a:gd name="connsiteX25" fmla="*/ 1753056 w 2242827"/>
              <a:gd name="connsiteY25" fmla="*/ 0 h 2102966"/>
              <a:gd name="connsiteX26" fmla="*/ 1751404 w 2242827"/>
              <a:gd name="connsiteY26" fmla="*/ 32610 h 2102966"/>
              <a:gd name="connsiteX27" fmla="*/ 0 w 2242827"/>
              <a:gd name="connsiteY27" fmla="*/ 1613232 h 2102966"/>
              <a:gd name="connsiteX28" fmla="*/ 0 w 2242827"/>
              <a:gd name="connsiteY28" fmla="*/ 1590961 h 2102966"/>
              <a:gd name="connsiteX29" fmla="*/ 1729127 w 2242827"/>
              <a:gd name="connsiteY29" fmla="*/ 30432 h 2102966"/>
              <a:gd name="connsiteX30" fmla="*/ 1608247 w 2242827"/>
              <a:gd name="connsiteY30" fmla="*/ 0 h 2102966"/>
              <a:gd name="connsiteX31" fmla="*/ 1630525 w 2242827"/>
              <a:gd name="connsiteY31" fmla="*/ 0 h 2102966"/>
              <a:gd name="connsiteX32" fmla="*/ 1629507 w 2242827"/>
              <a:gd name="connsiteY32" fmla="*/ 20086 h 2102966"/>
              <a:gd name="connsiteX33" fmla="*/ 0 w 2242827"/>
              <a:gd name="connsiteY33" fmla="*/ 1490712 h 2102966"/>
              <a:gd name="connsiteX34" fmla="*/ 0 w 2242827"/>
              <a:gd name="connsiteY34" fmla="*/ 1468436 h 2102966"/>
              <a:gd name="connsiteX35" fmla="*/ 1607345 w 2242827"/>
              <a:gd name="connsiteY35" fmla="*/ 17816 h 2102966"/>
              <a:gd name="connsiteX36" fmla="*/ 1485833 w 2242827"/>
              <a:gd name="connsiteY36" fmla="*/ 0 h 2102966"/>
              <a:gd name="connsiteX37" fmla="*/ 1508109 w 2242827"/>
              <a:gd name="connsiteY37" fmla="*/ 0 h 2102966"/>
              <a:gd name="connsiteX38" fmla="*/ 1507724 w 2242827"/>
              <a:gd name="connsiteY38" fmla="*/ 7596 h 2102966"/>
              <a:gd name="connsiteX39" fmla="*/ 0 w 2242827"/>
              <a:gd name="connsiteY39" fmla="*/ 1368317 h 2102966"/>
              <a:gd name="connsiteX40" fmla="*/ 0 w 2242827"/>
              <a:gd name="connsiteY40" fmla="*/ 1346041 h 2102966"/>
              <a:gd name="connsiteX41" fmla="*/ 1485563 w 2242827"/>
              <a:gd name="connsiteY41" fmla="*/ 5325 h 2102966"/>
              <a:gd name="connsiteX42" fmla="*/ 1362591 w 2242827"/>
              <a:gd name="connsiteY42" fmla="*/ 0 h 2102966"/>
              <a:gd name="connsiteX43" fmla="*/ 1385194 w 2242827"/>
              <a:gd name="connsiteY43" fmla="*/ 0 h 2102966"/>
              <a:gd name="connsiteX44" fmla="*/ 1364797 w 2242827"/>
              <a:gd name="connsiteY44" fmla="*/ 133264 h 2102966"/>
              <a:gd name="connsiteX45" fmla="*/ 0 w 2242827"/>
              <a:gd name="connsiteY45" fmla="*/ 1245917 h 2102966"/>
              <a:gd name="connsiteX46" fmla="*/ 0 w 2242827"/>
              <a:gd name="connsiteY46" fmla="*/ 1223641 h 2102966"/>
              <a:gd name="connsiteX47" fmla="*/ 1342864 w 2242827"/>
              <a:gd name="connsiteY47" fmla="*/ 128894 h 2102966"/>
              <a:gd name="connsiteX48" fmla="*/ 1238878 w 2242827"/>
              <a:gd name="connsiteY48" fmla="*/ 0 h 2102966"/>
              <a:gd name="connsiteX49" fmla="*/ 1261388 w 2242827"/>
              <a:gd name="connsiteY49" fmla="*/ 0 h 2102966"/>
              <a:gd name="connsiteX50" fmla="*/ 1244763 w 2242827"/>
              <a:gd name="connsiteY50" fmla="*/ 108614 h 2102966"/>
              <a:gd name="connsiteX51" fmla="*/ 0 w 2242827"/>
              <a:gd name="connsiteY51" fmla="*/ 1123397 h 2102966"/>
              <a:gd name="connsiteX52" fmla="*/ 0 w 2242827"/>
              <a:gd name="connsiteY52" fmla="*/ 1101121 h 2102966"/>
              <a:gd name="connsiteX53" fmla="*/ 1222940 w 2242827"/>
              <a:gd name="connsiteY53" fmla="*/ 104135 h 2102966"/>
              <a:gd name="connsiteX54" fmla="*/ 1115178 w 2242827"/>
              <a:gd name="connsiteY54" fmla="*/ 0 h 2102966"/>
              <a:gd name="connsiteX55" fmla="*/ 1137688 w 2242827"/>
              <a:gd name="connsiteY55" fmla="*/ 0 h 2102966"/>
              <a:gd name="connsiteX56" fmla="*/ 1124836 w 2242827"/>
              <a:gd name="connsiteY56" fmla="*/ 83962 h 2102966"/>
              <a:gd name="connsiteX57" fmla="*/ 0 w 2242827"/>
              <a:gd name="connsiteY57" fmla="*/ 1000978 h 2102966"/>
              <a:gd name="connsiteX58" fmla="*/ 0 w 2242827"/>
              <a:gd name="connsiteY58" fmla="*/ 978703 h 2102966"/>
              <a:gd name="connsiteX59" fmla="*/ 1103012 w 2242827"/>
              <a:gd name="connsiteY59" fmla="*/ 79485 h 2102966"/>
              <a:gd name="connsiteX60" fmla="*/ 991375 w 2242827"/>
              <a:gd name="connsiteY60" fmla="*/ 0 h 2102966"/>
              <a:gd name="connsiteX61" fmla="*/ 1013997 w 2242827"/>
              <a:gd name="connsiteY61" fmla="*/ 0 h 2102966"/>
              <a:gd name="connsiteX62" fmla="*/ 1004915 w 2242827"/>
              <a:gd name="connsiteY62" fmla="*/ 59331 h 2102966"/>
              <a:gd name="connsiteX63" fmla="*/ 0 w 2242827"/>
              <a:gd name="connsiteY63" fmla="*/ 878583 h 2102966"/>
              <a:gd name="connsiteX64" fmla="*/ 0 w 2242827"/>
              <a:gd name="connsiteY64" fmla="*/ 856307 h 2102966"/>
              <a:gd name="connsiteX65" fmla="*/ 982981 w 2242827"/>
              <a:gd name="connsiteY65" fmla="*/ 54853 h 2102966"/>
              <a:gd name="connsiteX66" fmla="*/ 866108 w 2242827"/>
              <a:gd name="connsiteY66" fmla="*/ 0 h 2102966"/>
              <a:gd name="connsiteX67" fmla="*/ 888384 w 2242827"/>
              <a:gd name="connsiteY67" fmla="*/ 0 h 2102966"/>
              <a:gd name="connsiteX68" fmla="*/ 884876 w 2242827"/>
              <a:gd name="connsiteY68" fmla="*/ 34680 h 2102966"/>
              <a:gd name="connsiteX69" fmla="*/ 0 w 2242827"/>
              <a:gd name="connsiteY69" fmla="*/ 756058 h 2102966"/>
              <a:gd name="connsiteX70" fmla="*/ 0 w 2242827"/>
              <a:gd name="connsiteY70" fmla="*/ 733782 h 2102966"/>
              <a:gd name="connsiteX71" fmla="*/ 863057 w 2242827"/>
              <a:gd name="connsiteY71" fmla="*/ 30169 h 2102966"/>
              <a:gd name="connsiteX72" fmla="*/ 743692 w 2242827"/>
              <a:gd name="connsiteY72" fmla="*/ 0 h 2102966"/>
              <a:gd name="connsiteX73" fmla="*/ 765973 w 2242827"/>
              <a:gd name="connsiteY73" fmla="*/ 0 h 2102966"/>
              <a:gd name="connsiteX74" fmla="*/ 764957 w 2242827"/>
              <a:gd name="connsiteY74" fmla="*/ 10048 h 2102966"/>
              <a:gd name="connsiteX75" fmla="*/ 0 w 2242827"/>
              <a:gd name="connsiteY75" fmla="*/ 633662 h 2102966"/>
              <a:gd name="connsiteX76" fmla="*/ 0 w 2242827"/>
              <a:gd name="connsiteY76" fmla="*/ 611386 h 2102966"/>
              <a:gd name="connsiteX77" fmla="*/ 743129 w 2242827"/>
              <a:gd name="connsiteY77" fmla="*/ 5570 h 2102966"/>
              <a:gd name="connsiteX78" fmla="*/ 617163 w 2242827"/>
              <a:gd name="connsiteY78" fmla="*/ 0 h 2102966"/>
              <a:gd name="connsiteX79" fmla="*/ 640489 w 2242827"/>
              <a:gd name="connsiteY79" fmla="*/ 0 h 2102966"/>
              <a:gd name="connsiteX80" fmla="*/ 606611 w 2242827"/>
              <a:gd name="connsiteY80" fmla="*/ 108906 h 2102966"/>
              <a:gd name="connsiteX81" fmla="*/ 0 w 2242827"/>
              <a:gd name="connsiteY81" fmla="*/ 511248 h 2102966"/>
              <a:gd name="connsiteX82" fmla="*/ 0 w 2242827"/>
              <a:gd name="connsiteY82" fmla="*/ 488972 h 2102966"/>
              <a:gd name="connsiteX83" fmla="*/ 585980 w 2242827"/>
              <a:gd name="connsiteY83" fmla="*/ 100252 h 2102966"/>
              <a:gd name="connsiteX84" fmla="*/ 489561 w 2242827"/>
              <a:gd name="connsiteY84" fmla="*/ 0 h 2102966"/>
              <a:gd name="connsiteX85" fmla="*/ 512789 w 2242827"/>
              <a:gd name="connsiteY85" fmla="*/ 0 h 2102966"/>
              <a:gd name="connsiteX86" fmla="*/ 493721 w 2242827"/>
              <a:gd name="connsiteY86" fmla="*/ 61289 h 2102966"/>
              <a:gd name="connsiteX87" fmla="*/ 0 w 2242827"/>
              <a:gd name="connsiteY87" fmla="*/ 388735 h 2102966"/>
              <a:gd name="connsiteX88" fmla="*/ 0 w 2242827"/>
              <a:gd name="connsiteY88" fmla="*/ 366459 h 2102966"/>
              <a:gd name="connsiteX89" fmla="*/ 473199 w 2242827"/>
              <a:gd name="connsiteY89" fmla="*/ 52587 h 2102966"/>
              <a:gd name="connsiteX90" fmla="*/ 361966 w 2242827"/>
              <a:gd name="connsiteY90" fmla="*/ 0 h 2102966"/>
              <a:gd name="connsiteX91" fmla="*/ 385181 w 2242827"/>
              <a:gd name="connsiteY91" fmla="*/ 0 h 2102966"/>
              <a:gd name="connsiteX92" fmla="*/ 380937 w 2242827"/>
              <a:gd name="connsiteY92" fmla="*/ 13636 h 2102966"/>
              <a:gd name="connsiteX93" fmla="*/ 0 w 2242827"/>
              <a:gd name="connsiteY93" fmla="*/ 266328 h 2102966"/>
              <a:gd name="connsiteX94" fmla="*/ 0 w 2242827"/>
              <a:gd name="connsiteY94" fmla="*/ 244052 h 2102966"/>
              <a:gd name="connsiteX95" fmla="*/ 360416 w 2242827"/>
              <a:gd name="connsiteY95" fmla="*/ 4982 h 2102966"/>
              <a:gd name="connsiteX96" fmla="*/ 218905 w 2242827"/>
              <a:gd name="connsiteY96" fmla="*/ 0 h 2102966"/>
              <a:gd name="connsiteX97" fmla="*/ 249720 w 2242827"/>
              <a:gd name="connsiteY97" fmla="*/ 0 h 2102966"/>
              <a:gd name="connsiteX98" fmla="*/ 241311 w 2242827"/>
              <a:gd name="connsiteY98" fmla="*/ 15475 h 2102966"/>
              <a:gd name="connsiteX99" fmla="*/ 0 w 2242827"/>
              <a:gd name="connsiteY99" fmla="*/ 143932 h 2102966"/>
              <a:gd name="connsiteX100" fmla="*/ 0 w 2242827"/>
              <a:gd name="connsiteY100" fmla="*/ 121656 h 2102966"/>
              <a:gd name="connsiteX101" fmla="*/ 189966 w 2242827"/>
              <a:gd name="connsiteY101" fmla="*/ 42875 h 210296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</a:cxnLst>
            <a:rect l="l" t="t" r="r" b="b"/>
            <a:pathLst>
              <a:path w="2242827" h="2102966">
                <a:moveTo>
                  <a:pt x="2220549" y="0"/>
                </a:moveTo>
                <a:lnTo>
                  <a:pt x="2242827" y="0"/>
                </a:lnTo>
                <a:lnTo>
                  <a:pt x="2238641" y="82607"/>
                </a:lnTo>
                <a:cubicBezTo>
                  <a:pt x="2123193" y="1215807"/>
                  <a:pt x="1163255" y="2102966"/>
                  <a:pt x="1" y="2102966"/>
                </a:cubicBezTo>
                <a:lnTo>
                  <a:pt x="1" y="2080690"/>
                </a:lnTo>
                <a:cubicBezTo>
                  <a:pt x="1151759" y="2080690"/>
                  <a:pt x="2102176" y="1202330"/>
                  <a:pt x="2216479" y="80336"/>
                </a:cubicBezTo>
                <a:close/>
                <a:moveTo>
                  <a:pt x="2098030" y="0"/>
                </a:moveTo>
                <a:lnTo>
                  <a:pt x="2120412" y="0"/>
                </a:lnTo>
                <a:lnTo>
                  <a:pt x="2116859" y="70117"/>
                </a:lnTo>
                <a:cubicBezTo>
                  <a:pt x="2007691" y="1141666"/>
                  <a:pt x="1099966" y="1980571"/>
                  <a:pt x="1" y="1980571"/>
                </a:cubicBezTo>
                <a:lnTo>
                  <a:pt x="1" y="1958295"/>
                </a:lnTo>
                <a:cubicBezTo>
                  <a:pt x="1088470" y="1958295"/>
                  <a:pt x="1986577" y="1128187"/>
                  <a:pt x="2094588" y="67938"/>
                </a:cubicBezTo>
                <a:close/>
                <a:moveTo>
                  <a:pt x="1975608" y="0"/>
                </a:moveTo>
                <a:lnTo>
                  <a:pt x="1997887" y="0"/>
                </a:lnTo>
                <a:lnTo>
                  <a:pt x="1994968" y="57611"/>
                </a:lnTo>
                <a:cubicBezTo>
                  <a:pt x="1892090" y="1067493"/>
                  <a:pt x="1036676" y="1858047"/>
                  <a:pt x="1" y="1858047"/>
                </a:cubicBezTo>
                <a:lnTo>
                  <a:pt x="1" y="1835771"/>
                </a:lnTo>
                <a:cubicBezTo>
                  <a:pt x="1025181" y="1835771"/>
                  <a:pt x="1871073" y="1053919"/>
                  <a:pt x="1972805" y="55322"/>
                </a:cubicBezTo>
                <a:close/>
                <a:moveTo>
                  <a:pt x="1853193" y="0"/>
                </a:moveTo>
                <a:lnTo>
                  <a:pt x="1875472" y="0"/>
                </a:lnTo>
                <a:lnTo>
                  <a:pt x="1873186" y="45119"/>
                </a:lnTo>
                <a:cubicBezTo>
                  <a:pt x="1776588" y="993350"/>
                  <a:pt x="973388" y="1735650"/>
                  <a:pt x="0" y="1735650"/>
                </a:cubicBezTo>
                <a:lnTo>
                  <a:pt x="0" y="1713374"/>
                </a:lnTo>
                <a:cubicBezTo>
                  <a:pt x="961784" y="1713374"/>
                  <a:pt x="1755557" y="979877"/>
                  <a:pt x="1851022" y="42848"/>
                </a:cubicBezTo>
                <a:close/>
                <a:moveTo>
                  <a:pt x="1730668" y="0"/>
                </a:moveTo>
                <a:lnTo>
                  <a:pt x="1753056" y="0"/>
                </a:lnTo>
                <a:lnTo>
                  <a:pt x="1751404" y="32610"/>
                </a:lnTo>
                <a:cubicBezTo>
                  <a:pt x="1661086" y="919190"/>
                  <a:pt x="910098" y="1613232"/>
                  <a:pt x="0" y="1613232"/>
                </a:cubicBezTo>
                <a:lnTo>
                  <a:pt x="0" y="1590961"/>
                </a:lnTo>
                <a:cubicBezTo>
                  <a:pt x="898495" y="1590961"/>
                  <a:pt x="1639954" y="905712"/>
                  <a:pt x="1729127" y="30432"/>
                </a:cubicBezTo>
                <a:close/>
                <a:moveTo>
                  <a:pt x="1608247" y="0"/>
                </a:moveTo>
                <a:lnTo>
                  <a:pt x="1630525" y="0"/>
                </a:lnTo>
                <a:lnTo>
                  <a:pt x="1629507" y="20086"/>
                </a:lnTo>
                <a:cubicBezTo>
                  <a:pt x="1545469" y="844919"/>
                  <a:pt x="846701" y="1490712"/>
                  <a:pt x="0" y="1490712"/>
                </a:cubicBezTo>
                <a:lnTo>
                  <a:pt x="0" y="1468436"/>
                </a:lnTo>
                <a:cubicBezTo>
                  <a:pt x="835206" y="1468436"/>
                  <a:pt x="1524451" y="831445"/>
                  <a:pt x="1607345" y="17816"/>
                </a:cubicBezTo>
                <a:close/>
                <a:moveTo>
                  <a:pt x="1485833" y="0"/>
                </a:moveTo>
                <a:lnTo>
                  <a:pt x="1508109" y="0"/>
                </a:lnTo>
                <a:lnTo>
                  <a:pt x="1507724" y="7596"/>
                </a:lnTo>
                <a:cubicBezTo>
                  <a:pt x="1429966" y="770778"/>
                  <a:pt x="783416" y="1368317"/>
                  <a:pt x="0" y="1368317"/>
                </a:cubicBezTo>
                <a:lnTo>
                  <a:pt x="0" y="1346041"/>
                </a:lnTo>
                <a:cubicBezTo>
                  <a:pt x="771917" y="1346041"/>
                  <a:pt x="1408949" y="757304"/>
                  <a:pt x="1485563" y="5325"/>
                </a:cubicBezTo>
                <a:close/>
                <a:moveTo>
                  <a:pt x="1362591" y="0"/>
                </a:moveTo>
                <a:lnTo>
                  <a:pt x="1385194" y="0"/>
                </a:lnTo>
                <a:lnTo>
                  <a:pt x="1364797" y="133264"/>
                </a:lnTo>
                <a:cubicBezTo>
                  <a:pt x="1234684" y="767432"/>
                  <a:pt x="672215" y="1245917"/>
                  <a:pt x="0" y="1245917"/>
                </a:cubicBezTo>
                <a:lnTo>
                  <a:pt x="0" y="1223641"/>
                </a:lnTo>
                <a:cubicBezTo>
                  <a:pt x="661385" y="1223641"/>
                  <a:pt x="1214835" y="752908"/>
                  <a:pt x="1342864" y="128894"/>
                </a:cubicBezTo>
                <a:close/>
                <a:moveTo>
                  <a:pt x="1238878" y="0"/>
                </a:moveTo>
                <a:lnTo>
                  <a:pt x="1261388" y="0"/>
                </a:lnTo>
                <a:lnTo>
                  <a:pt x="1244763" y="108614"/>
                </a:lnTo>
                <a:cubicBezTo>
                  <a:pt x="1126083" y="687031"/>
                  <a:pt x="613049" y="1123397"/>
                  <a:pt x="0" y="1123397"/>
                </a:cubicBezTo>
                <a:lnTo>
                  <a:pt x="0" y="1101121"/>
                </a:lnTo>
                <a:cubicBezTo>
                  <a:pt x="602316" y="1101121"/>
                  <a:pt x="1106344" y="672419"/>
                  <a:pt x="1222940" y="104135"/>
                </a:cubicBezTo>
                <a:close/>
                <a:moveTo>
                  <a:pt x="1115178" y="0"/>
                </a:moveTo>
                <a:lnTo>
                  <a:pt x="1137688" y="0"/>
                </a:lnTo>
                <a:lnTo>
                  <a:pt x="1124836" y="83962"/>
                </a:lnTo>
                <a:cubicBezTo>
                  <a:pt x="1017592" y="606647"/>
                  <a:pt x="553979" y="1000978"/>
                  <a:pt x="0" y="1000978"/>
                </a:cubicBezTo>
                <a:lnTo>
                  <a:pt x="0" y="978703"/>
                </a:lnTo>
                <a:cubicBezTo>
                  <a:pt x="543246" y="978703"/>
                  <a:pt x="997852" y="592039"/>
                  <a:pt x="1103012" y="79485"/>
                </a:cubicBezTo>
                <a:close/>
                <a:moveTo>
                  <a:pt x="991375" y="0"/>
                </a:moveTo>
                <a:lnTo>
                  <a:pt x="1013997" y="0"/>
                </a:lnTo>
                <a:lnTo>
                  <a:pt x="1004915" y="59331"/>
                </a:lnTo>
                <a:cubicBezTo>
                  <a:pt x="909100" y="526286"/>
                  <a:pt x="494909" y="878583"/>
                  <a:pt x="0" y="878583"/>
                </a:cubicBezTo>
                <a:lnTo>
                  <a:pt x="0" y="856307"/>
                </a:lnTo>
                <a:cubicBezTo>
                  <a:pt x="484176" y="856307"/>
                  <a:pt x="889272" y="511676"/>
                  <a:pt x="982981" y="54853"/>
                </a:cubicBezTo>
                <a:close/>
                <a:moveTo>
                  <a:pt x="866108" y="0"/>
                </a:moveTo>
                <a:lnTo>
                  <a:pt x="888384" y="0"/>
                </a:lnTo>
                <a:lnTo>
                  <a:pt x="884876" y="34680"/>
                </a:lnTo>
                <a:cubicBezTo>
                  <a:pt x="800495" y="445883"/>
                  <a:pt x="435739" y="756058"/>
                  <a:pt x="0" y="756058"/>
                </a:cubicBezTo>
                <a:lnTo>
                  <a:pt x="0" y="733782"/>
                </a:lnTo>
                <a:cubicBezTo>
                  <a:pt x="425107" y="733782"/>
                  <a:pt x="780781" y="431187"/>
                  <a:pt x="863057" y="30169"/>
                </a:cubicBezTo>
                <a:close/>
                <a:moveTo>
                  <a:pt x="743692" y="0"/>
                </a:moveTo>
                <a:lnTo>
                  <a:pt x="765973" y="0"/>
                </a:lnTo>
                <a:lnTo>
                  <a:pt x="764957" y="10048"/>
                </a:lnTo>
                <a:cubicBezTo>
                  <a:pt x="692029" y="365521"/>
                  <a:pt x="376767" y="633662"/>
                  <a:pt x="0" y="633662"/>
                </a:cubicBezTo>
                <a:lnTo>
                  <a:pt x="0" y="611386"/>
                </a:lnTo>
                <a:cubicBezTo>
                  <a:pt x="365938" y="611386"/>
                  <a:pt x="672265" y="350911"/>
                  <a:pt x="743129" y="5570"/>
                </a:cubicBezTo>
                <a:close/>
                <a:moveTo>
                  <a:pt x="617163" y="0"/>
                </a:moveTo>
                <a:lnTo>
                  <a:pt x="640489" y="0"/>
                </a:lnTo>
                <a:lnTo>
                  <a:pt x="606611" y="108906"/>
                </a:lnTo>
                <a:cubicBezTo>
                  <a:pt x="506524" y="345128"/>
                  <a:pt x="272312" y="511248"/>
                  <a:pt x="0" y="511248"/>
                </a:cubicBezTo>
                <a:lnTo>
                  <a:pt x="0" y="488972"/>
                </a:lnTo>
                <a:cubicBezTo>
                  <a:pt x="263030" y="488972"/>
                  <a:pt x="489290" y="328485"/>
                  <a:pt x="585980" y="100252"/>
                </a:cubicBezTo>
                <a:close/>
                <a:moveTo>
                  <a:pt x="489561" y="0"/>
                </a:moveTo>
                <a:lnTo>
                  <a:pt x="512789" y="0"/>
                </a:lnTo>
                <a:lnTo>
                  <a:pt x="493721" y="61289"/>
                </a:lnTo>
                <a:cubicBezTo>
                  <a:pt x="412246" y="253561"/>
                  <a:pt x="221597" y="388735"/>
                  <a:pt x="0" y="388735"/>
                </a:cubicBezTo>
                <a:lnTo>
                  <a:pt x="0" y="366459"/>
                </a:lnTo>
                <a:cubicBezTo>
                  <a:pt x="212399" y="366459"/>
                  <a:pt x="395116" y="236854"/>
                  <a:pt x="473199" y="52587"/>
                </a:cubicBezTo>
                <a:close/>
                <a:moveTo>
                  <a:pt x="361966" y="0"/>
                </a:moveTo>
                <a:lnTo>
                  <a:pt x="385181" y="0"/>
                </a:lnTo>
                <a:lnTo>
                  <a:pt x="380937" y="13636"/>
                </a:lnTo>
                <a:cubicBezTo>
                  <a:pt x="318070" y="161973"/>
                  <a:pt x="170965" y="266328"/>
                  <a:pt x="0" y="266328"/>
                </a:cubicBezTo>
                <a:lnTo>
                  <a:pt x="0" y="244052"/>
                </a:lnTo>
                <a:cubicBezTo>
                  <a:pt x="161767" y="244052"/>
                  <a:pt x="300940" y="145329"/>
                  <a:pt x="360416" y="4982"/>
                </a:cubicBezTo>
                <a:close/>
                <a:moveTo>
                  <a:pt x="218905" y="0"/>
                </a:moveTo>
                <a:lnTo>
                  <a:pt x="249720" y="0"/>
                </a:lnTo>
                <a:lnTo>
                  <a:pt x="241311" y="15475"/>
                </a:lnTo>
                <a:cubicBezTo>
                  <a:pt x="188962" y="92909"/>
                  <a:pt x="100349" y="143932"/>
                  <a:pt x="0" y="143932"/>
                </a:cubicBezTo>
                <a:lnTo>
                  <a:pt x="0" y="121656"/>
                </a:lnTo>
                <a:cubicBezTo>
                  <a:pt x="74091" y="121656"/>
                  <a:pt x="141290" y="91533"/>
                  <a:pt x="189966" y="42875"/>
                </a:cubicBezTo>
                <a:close/>
              </a:path>
            </a:pathLst>
          </a:custGeom>
          <a:solidFill>
            <a:schemeClr val="accent3">
              <a:lumMod val="20000"/>
              <a:lumOff val="80000"/>
            </a:schemeClr>
          </a:solidFill>
          <a:ln w="4588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758952" y="758952"/>
            <a:ext cx="3932237" cy="1524662"/>
          </a:xfrm>
        </p:spPr>
        <p:txBody>
          <a:bodyPr anchor="b"/>
          <a:lstStyle>
            <a:lvl1pPr>
              <a:lnSpc>
                <a:spcPct val="100000"/>
              </a:lnSpc>
              <a:defRPr sz="3200"/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+mn-lt"/>
              </a:defRPr>
            </a:lvl1pPr>
          </a:lstStyle>
          <a:p>
            <a:fld id="{48F63A3B-78C7-47BE-AE5E-E10140E04643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 hasCustomPrompt="1"/>
          </p:nvPr>
        </p:nvSpPr>
        <p:spPr>
          <a:xfrm>
            <a:off x="758952" y="2286000"/>
            <a:ext cx="3932237" cy="3567086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dirty="0"/>
              <a:t>Click to add text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 hasCustomPrompt="1"/>
          </p:nvPr>
        </p:nvSpPr>
        <p:spPr>
          <a:xfrm>
            <a:off x="5183187" y="741459"/>
            <a:ext cx="6242839" cy="5119592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2745005521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Freeform: Shape 10">
            <a:extLst>
              <a:ext uri="{FF2B5EF4-FFF2-40B4-BE49-F238E27FC236}">
                <a16:creationId xmlns:a16="http://schemas.microsoft.com/office/drawing/2014/main" id="{CAA6B609-D718-DB49-892F-7E49376CC91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flipH="1" flipV="1">
            <a:off x="9949173" y="4755034"/>
            <a:ext cx="2242827" cy="2102966"/>
          </a:xfrm>
          <a:custGeom>
            <a:avLst/>
            <a:gdLst>
              <a:gd name="connsiteX0" fmla="*/ 2220549 w 2242827"/>
              <a:gd name="connsiteY0" fmla="*/ 0 h 2102966"/>
              <a:gd name="connsiteX1" fmla="*/ 2242827 w 2242827"/>
              <a:gd name="connsiteY1" fmla="*/ 0 h 2102966"/>
              <a:gd name="connsiteX2" fmla="*/ 2238641 w 2242827"/>
              <a:gd name="connsiteY2" fmla="*/ 82607 h 2102966"/>
              <a:gd name="connsiteX3" fmla="*/ 1 w 2242827"/>
              <a:gd name="connsiteY3" fmla="*/ 2102966 h 2102966"/>
              <a:gd name="connsiteX4" fmla="*/ 1 w 2242827"/>
              <a:gd name="connsiteY4" fmla="*/ 2080690 h 2102966"/>
              <a:gd name="connsiteX5" fmla="*/ 2216479 w 2242827"/>
              <a:gd name="connsiteY5" fmla="*/ 80336 h 2102966"/>
              <a:gd name="connsiteX6" fmla="*/ 2098030 w 2242827"/>
              <a:gd name="connsiteY6" fmla="*/ 0 h 2102966"/>
              <a:gd name="connsiteX7" fmla="*/ 2120412 w 2242827"/>
              <a:gd name="connsiteY7" fmla="*/ 0 h 2102966"/>
              <a:gd name="connsiteX8" fmla="*/ 2116859 w 2242827"/>
              <a:gd name="connsiteY8" fmla="*/ 70117 h 2102966"/>
              <a:gd name="connsiteX9" fmla="*/ 1 w 2242827"/>
              <a:gd name="connsiteY9" fmla="*/ 1980571 h 2102966"/>
              <a:gd name="connsiteX10" fmla="*/ 1 w 2242827"/>
              <a:gd name="connsiteY10" fmla="*/ 1958295 h 2102966"/>
              <a:gd name="connsiteX11" fmla="*/ 2094588 w 2242827"/>
              <a:gd name="connsiteY11" fmla="*/ 67938 h 2102966"/>
              <a:gd name="connsiteX12" fmla="*/ 1975608 w 2242827"/>
              <a:gd name="connsiteY12" fmla="*/ 0 h 2102966"/>
              <a:gd name="connsiteX13" fmla="*/ 1997887 w 2242827"/>
              <a:gd name="connsiteY13" fmla="*/ 0 h 2102966"/>
              <a:gd name="connsiteX14" fmla="*/ 1994968 w 2242827"/>
              <a:gd name="connsiteY14" fmla="*/ 57611 h 2102966"/>
              <a:gd name="connsiteX15" fmla="*/ 1 w 2242827"/>
              <a:gd name="connsiteY15" fmla="*/ 1858047 h 2102966"/>
              <a:gd name="connsiteX16" fmla="*/ 1 w 2242827"/>
              <a:gd name="connsiteY16" fmla="*/ 1835771 h 2102966"/>
              <a:gd name="connsiteX17" fmla="*/ 1972805 w 2242827"/>
              <a:gd name="connsiteY17" fmla="*/ 55322 h 2102966"/>
              <a:gd name="connsiteX18" fmla="*/ 1853193 w 2242827"/>
              <a:gd name="connsiteY18" fmla="*/ 0 h 2102966"/>
              <a:gd name="connsiteX19" fmla="*/ 1875472 w 2242827"/>
              <a:gd name="connsiteY19" fmla="*/ 0 h 2102966"/>
              <a:gd name="connsiteX20" fmla="*/ 1873186 w 2242827"/>
              <a:gd name="connsiteY20" fmla="*/ 45119 h 2102966"/>
              <a:gd name="connsiteX21" fmla="*/ 0 w 2242827"/>
              <a:gd name="connsiteY21" fmla="*/ 1735650 h 2102966"/>
              <a:gd name="connsiteX22" fmla="*/ 0 w 2242827"/>
              <a:gd name="connsiteY22" fmla="*/ 1713374 h 2102966"/>
              <a:gd name="connsiteX23" fmla="*/ 1851022 w 2242827"/>
              <a:gd name="connsiteY23" fmla="*/ 42848 h 2102966"/>
              <a:gd name="connsiteX24" fmla="*/ 1730668 w 2242827"/>
              <a:gd name="connsiteY24" fmla="*/ 0 h 2102966"/>
              <a:gd name="connsiteX25" fmla="*/ 1753056 w 2242827"/>
              <a:gd name="connsiteY25" fmla="*/ 0 h 2102966"/>
              <a:gd name="connsiteX26" fmla="*/ 1751404 w 2242827"/>
              <a:gd name="connsiteY26" fmla="*/ 32610 h 2102966"/>
              <a:gd name="connsiteX27" fmla="*/ 0 w 2242827"/>
              <a:gd name="connsiteY27" fmla="*/ 1613232 h 2102966"/>
              <a:gd name="connsiteX28" fmla="*/ 0 w 2242827"/>
              <a:gd name="connsiteY28" fmla="*/ 1590961 h 2102966"/>
              <a:gd name="connsiteX29" fmla="*/ 1729127 w 2242827"/>
              <a:gd name="connsiteY29" fmla="*/ 30432 h 2102966"/>
              <a:gd name="connsiteX30" fmla="*/ 1608247 w 2242827"/>
              <a:gd name="connsiteY30" fmla="*/ 0 h 2102966"/>
              <a:gd name="connsiteX31" fmla="*/ 1630525 w 2242827"/>
              <a:gd name="connsiteY31" fmla="*/ 0 h 2102966"/>
              <a:gd name="connsiteX32" fmla="*/ 1629507 w 2242827"/>
              <a:gd name="connsiteY32" fmla="*/ 20086 h 2102966"/>
              <a:gd name="connsiteX33" fmla="*/ 0 w 2242827"/>
              <a:gd name="connsiteY33" fmla="*/ 1490712 h 2102966"/>
              <a:gd name="connsiteX34" fmla="*/ 0 w 2242827"/>
              <a:gd name="connsiteY34" fmla="*/ 1468436 h 2102966"/>
              <a:gd name="connsiteX35" fmla="*/ 1607345 w 2242827"/>
              <a:gd name="connsiteY35" fmla="*/ 17816 h 2102966"/>
              <a:gd name="connsiteX36" fmla="*/ 1485833 w 2242827"/>
              <a:gd name="connsiteY36" fmla="*/ 0 h 2102966"/>
              <a:gd name="connsiteX37" fmla="*/ 1508109 w 2242827"/>
              <a:gd name="connsiteY37" fmla="*/ 0 h 2102966"/>
              <a:gd name="connsiteX38" fmla="*/ 1507724 w 2242827"/>
              <a:gd name="connsiteY38" fmla="*/ 7596 h 2102966"/>
              <a:gd name="connsiteX39" fmla="*/ 0 w 2242827"/>
              <a:gd name="connsiteY39" fmla="*/ 1368317 h 2102966"/>
              <a:gd name="connsiteX40" fmla="*/ 0 w 2242827"/>
              <a:gd name="connsiteY40" fmla="*/ 1346041 h 2102966"/>
              <a:gd name="connsiteX41" fmla="*/ 1485563 w 2242827"/>
              <a:gd name="connsiteY41" fmla="*/ 5325 h 2102966"/>
              <a:gd name="connsiteX42" fmla="*/ 1362591 w 2242827"/>
              <a:gd name="connsiteY42" fmla="*/ 0 h 2102966"/>
              <a:gd name="connsiteX43" fmla="*/ 1385194 w 2242827"/>
              <a:gd name="connsiteY43" fmla="*/ 0 h 2102966"/>
              <a:gd name="connsiteX44" fmla="*/ 1364797 w 2242827"/>
              <a:gd name="connsiteY44" fmla="*/ 133264 h 2102966"/>
              <a:gd name="connsiteX45" fmla="*/ 0 w 2242827"/>
              <a:gd name="connsiteY45" fmla="*/ 1245917 h 2102966"/>
              <a:gd name="connsiteX46" fmla="*/ 0 w 2242827"/>
              <a:gd name="connsiteY46" fmla="*/ 1223641 h 2102966"/>
              <a:gd name="connsiteX47" fmla="*/ 1342864 w 2242827"/>
              <a:gd name="connsiteY47" fmla="*/ 128894 h 2102966"/>
              <a:gd name="connsiteX48" fmla="*/ 1238878 w 2242827"/>
              <a:gd name="connsiteY48" fmla="*/ 0 h 2102966"/>
              <a:gd name="connsiteX49" fmla="*/ 1261388 w 2242827"/>
              <a:gd name="connsiteY49" fmla="*/ 0 h 2102966"/>
              <a:gd name="connsiteX50" fmla="*/ 1244763 w 2242827"/>
              <a:gd name="connsiteY50" fmla="*/ 108614 h 2102966"/>
              <a:gd name="connsiteX51" fmla="*/ 0 w 2242827"/>
              <a:gd name="connsiteY51" fmla="*/ 1123397 h 2102966"/>
              <a:gd name="connsiteX52" fmla="*/ 0 w 2242827"/>
              <a:gd name="connsiteY52" fmla="*/ 1101121 h 2102966"/>
              <a:gd name="connsiteX53" fmla="*/ 1222940 w 2242827"/>
              <a:gd name="connsiteY53" fmla="*/ 104135 h 2102966"/>
              <a:gd name="connsiteX54" fmla="*/ 1115178 w 2242827"/>
              <a:gd name="connsiteY54" fmla="*/ 0 h 2102966"/>
              <a:gd name="connsiteX55" fmla="*/ 1137688 w 2242827"/>
              <a:gd name="connsiteY55" fmla="*/ 0 h 2102966"/>
              <a:gd name="connsiteX56" fmla="*/ 1124836 w 2242827"/>
              <a:gd name="connsiteY56" fmla="*/ 83962 h 2102966"/>
              <a:gd name="connsiteX57" fmla="*/ 0 w 2242827"/>
              <a:gd name="connsiteY57" fmla="*/ 1000978 h 2102966"/>
              <a:gd name="connsiteX58" fmla="*/ 0 w 2242827"/>
              <a:gd name="connsiteY58" fmla="*/ 978703 h 2102966"/>
              <a:gd name="connsiteX59" fmla="*/ 1103012 w 2242827"/>
              <a:gd name="connsiteY59" fmla="*/ 79485 h 2102966"/>
              <a:gd name="connsiteX60" fmla="*/ 991375 w 2242827"/>
              <a:gd name="connsiteY60" fmla="*/ 0 h 2102966"/>
              <a:gd name="connsiteX61" fmla="*/ 1013997 w 2242827"/>
              <a:gd name="connsiteY61" fmla="*/ 0 h 2102966"/>
              <a:gd name="connsiteX62" fmla="*/ 1004915 w 2242827"/>
              <a:gd name="connsiteY62" fmla="*/ 59331 h 2102966"/>
              <a:gd name="connsiteX63" fmla="*/ 0 w 2242827"/>
              <a:gd name="connsiteY63" fmla="*/ 878583 h 2102966"/>
              <a:gd name="connsiteX64" fmla="*/ 0 w 2242827"/>
              <a:gd name="connsiteY64" fmla="*/ 856307 h 2102966"/>
              <a:gd name="connsiteX65" fmla="*/ 982981 w 2242827"/>
              <a:gd name="connsiteY65" fmla="*/ 54853 h 2102966"/>
              <a:gd name="connsiteX66" fmla="*/ 866108 w 2242827"/>
              <a:gd name="connsiteY66" fmla="*/ 0 h 2102966"/>
              <a:gd name="connsiteX67" fmla="*/ 888384 w 2242827"/>
              <a:gd name="connsiteY67" fmla="*/ 0 h 2102966"/>
              <a:gd name="connsiteX68" fmla="*/ 884876 w 2242827"/>
              <a:gd name="connsiteY68" fmla="*/ 34680 h 2102966"/>
              <a:gd name="connsiteX69" fmla="*/ 0 w 2242827"/>
              <a:gd name="connsiteY69" fmla="*/ 756058 h 2102966"/>
              <a:gd name="connsiteX70" fmla="*/ 0 w 2242827"/>
              <a:gd name="connsiteY70" fmla="*/ 733782 h 2102966"/>
              <a:gd name="connsiteX71" fmla="*/ 863057 w 2242827"/>
              <a:gd name="connsiteY71" fmla="*/ 30169 h 2102966"/>
              <a:gd name="connsiteX72" fmla="*/ 743692 w 2242827"/>
              <a:gd name="connsiteY72" fmla="*/ 0 h 2102966"/>
              <a:gd name="connsiteX73" fmla="*/ 765973 w 2242827"/>
              <a:gd name="connsiteY73" fmla="*/ 0 h 2102966"/>
              <a:gd name="connsiteX74" fmla="*/ 764957 w 2242827"/>
              <a:gd name="connsiteY74" fmla="*/ 10048 h 2102966"/>
              <a:gd name="connsiteX75" fmla="*/ 0 w 2242827"/>
              <a:gd name="connsiteY75" fmla="*/ 633662 h 2102966"/>
              <a:gd name="connsiteX76" fmla="*/ 0 w 2242827"/>
              <a:gd name="connsiteY76" fmla="*/ 611386 h 2102966"/>
              <a:gd name="connsiteX77" fmla="*/ 743129 w 2242827"/>
              <a:gd name="connsiteY77" fmla="*/ 5570 h 2102966"/>
              <a:gd name="connsiteX78" fmla="*/ 617163 w 2242827"/>
              <a:gd name="connsiteY78" fmla="*/ 0 h 2102966"/>
              <a:gd name="connsiteX79" fmla="*/ 640489 w 2242827"/>
              <a:gd name="connsiteY79" fmla="*/ 0 h 2102966"/>
              <a:gd name="connsiteX80" fmla="*/ 606611 w 2242827"/>
              <a:gd name="connsiteY80" fmla="*/ 108906 h 2102966"/>
              <a:gd name="connsiteX81" fmla="*/ 0 w 2242827"/>
              <a:gd name="connsiteY81" fmla="*/ 511248 h 2102966"/>
              <a:gd name="connsiteX82" fmla="*/ 0 w 2242827"/>
              <a:gd name="connsiteY82" fmla="*/ 488972 h 2102966"/>
              <a:gd name="connsiteX83" fmla="*/ 585980 w 2242827"/>
              <a:gd name="connsiteY83" fmla="*/ 100252 h 2102966"/>
              <a:gd name="connsiteX84" fmla="*/ 489561 w 2242827"/>
              <a:gd name="connsiteY84" fmla="*/ 0 h 2102966"/>
              <a:gd name="connsiteX85" fmla="*/ 512789 w 2242827"/>
              <a:gd name="connsiteY85" fmla="*/ 0 h 2102966"/>
              <a:gd name="connsiteX86" fmla="*/ 493721 w 2242827"/>
              <a:gd name="connsiteY86" fmla="*/ 61289 h 2102966"/>
              <a:gd name="connsiteX87" fmla="*/ 0 w 2242827"/>
              <a:gd name="connsiteY87" fmla="*/ 388735 h 2102966"/>
              <a:gd name="connsiteX88" fmla="*/ 0 w 2242827"/>
              <a:gd name="connsiteY88" fmla="*/ 366459 h 2102966"/>
              <a:gd name="connsiteX89" fmla="*/ 473199 w 2242827"/>
              <a:gd name="connsiteY89" fmla="*/ 52587 h 2102966"/>
              <a:gd name="connsiteX90" fmla="*/ 361966 w 2242827"/>
              <a:gd name="connsiteY90" fmla="*/ 0 h 2102966"/>
              <a:gd name="connsiteX91" fmla="*/ 385181 w 2242827"/>
              <a:gd name="connsiteY91" fmla="*/ 0 h 2102966"/>
              <a:gd name="connsiteX92" fmla="*/ 380937 w 2242827"/>
              <a:gd name="connsiteY92" fmla="*/ 13636 h 2102966"/>
              <a:gd name="connsiteX93" fmla="*/ 0 w 2242827"/>
              <a:gd name="connsiteY93" fmla="*/ 266328 h 2102966"/>
              <a:gd name="connsiteX94" fmla="*/ 0 w 2242827"/>
              <a:gd name="connsiteY94" fmla="*/ 244052 h 2102966"/>
              <a:gd name="connsiteX95" fmla="*/ 360416 w 2242827"/>
              <a:gd name="connsiteY95" fmla="*/ 4982 h 2102966"/>
              <a:gd name="connsiteX96" fmla="*/ 218905 w 2242827"/>
              <a:gd name="connsiteY96" fmla="*/ 0 h 2102966"/>
              <a:gd name="connsiteX97" fmla="*/ 249720 w 2242827"/>
              <a:gd name="connsiteY97" fmla="*/ 0 h 2102966"/>
              <a:gd name="connsiteX98" fmla="*/ 241311 w 2242827"/>
              <a:gd name="connsiteY98" fmla="*/ 15475 h 2102966"/>
              <a:gd name="connsiteX99" fmla="*/ 0 w 2242827"/>
              <a:gd name="connsiteY99" fmla="*/ 143932 h 2102966"/>
              <a:gd name="connsiteX100" fmla="*/ 0 w 2242827"/>
              <a:gd name="connsiteY100" fmla="*/ 121656 h 2102966"/>
              <a:gd name="connsiteX101" fmla="*/ 189966 w 2242827"/>
              <a:gd name="connsiteY101" fmla="*/ 42875 h 210296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</a:cxnLst>
            <a:rect l="l" t="t" r="r" b="b"/>
            <a:pathLst>
              <a:path w="2242827" h="2102966">
                <a:moveTo>
                  <a:pt x="2220549" y="0"/>
                </a:moveTo>
                <a:lnTo>
                  <a:pt x="2242827" y="0"/>
                </a:lnTo>
                <a:lnTo>
                  <a:pt x="2238641" y="82607"/>
                </a:lnTo>
                <a:cubicBezTo>
                  <a:pt x="2123193" y="1215807"/>
                  <a:pt x="1163255" y="2102966"/>
                  <a:pt x="1" y="2102966"/>
                </a:cubicBezTo>
                <a:lnTo>
                  <a:pt x="1" y="2080690"/>
                </a:lnTo>
                <a:cubicBezTo>
                  <a:pt x="1151759" y="2080690"/>
                  <a:pt x="2102176" y="1202330"/>
                  <a:pt x="2216479" y="80336"/>
                </a:cubicBezTo>
                <a:close/>
                <a:moveTo>
                  <a:pt x="2098030" y="0"/>
                </a:moveTo>
                <a:lnTo>
                  <a:pt x="2120412" y="0"/>
                </a:lnTo>
                <a:lnTo>
                  <a:pt x="2116859" y="70117"/>
                </a:lnTo>
                <a:cubicBezTo>
                  <a:pt x="2007691" y="1141666"/>
                  <a:pt x="1099966" y="1980571"/>
                  <a:pt x="1" y="1980571"/>
                </a:cubicBezTo>
                <a:lnTo>
                  <a:pt x="1" y="1958295"/>
                </a:lnTo>
                <a:cubicBezTo>
                  <a:pt x="1088470" y="1958295"/>
                  <a:pt x="1986577" y="1128187"/>
                  <a:pt x="2094588" y="67938"/>
                </a:cubicBezTo>
                <a:close/>
                <a:moveTo>
                  <a:pt x="1975608" y="0"/>
                </a:moveTo>
                <a:lnTo>
                  <a:pt x="1997887" y="0"/>
                </a:lnTo>
                <a:lnTo>
                  <a:pt x="1994968" y="57611"/>
                </a:lnTo>
                <a:cubicBezTo>
                  <a:pt x="1892090" y="1067493"/>
                  <a:pt x="1036676" y="1858047"/>
                  <a:pt x="1" y="1858047"/>
                </a:cubicBezTo>
                <a:lnTo>
                  <a:pt x="1" y="1835771"/>
                </a:lnTo>
                <a:cubicBezTo>
                  <a:pt x="1025181" y="1835771"/>
                  <a:pt x="1871073" y="1053919"/>
                  <a:pt x="1972805" y="55322"/>
                </a:cubicBezTo>
                <a:close/>
                <a:moveTo>
                  <a:pt x="1853193" y="0"/>
                </a:moveTo>
                <a:lnTo>
                  <a:pt x="1875472" y="0"/>
                </a:lnTo>
                <a:lnTo>
                  <a:pt x="1873186" y="45119"/>
                </a:lnTo>
                <a:cubicBezTo>
                  <a:pt x="1776588" y="993350"/>
                  <a:pt x="973388" y="1735650"/>
                  <a:pt x="0" y="1735650"/>
                </a:cubicBezTo>
                <a:lnTo>
                  <a:pt x="0" y="1713374"/>
                </a:lnTo>
                <a:cubicBezTo>
                  <a:pt x="961784" y="1713374"/>
                  <a:pt x="1755557" y="979877"/>
                  <a:pt x="1851022" y="42848"/>
                </a:cubicBezTo>
                <a:close/>
                <a:moveTo>
                  <a:pt x="1730668" y="0"/>
                </a:moveTo>
                <a:lnTo>
                  <a:pt x="1753056" y="0"/>
                </a:lnTo>
                <a:lnTo>
                  <a:pt x="1751404" y="32610"/>
                </a:lnTo>
                <a:cubicBezTo>
                  <a:pt x="1661086" y="919190"/>
                  <a:pt x="910098" y="1613232"/>
                  <a:pt x="0" y="1613232"/>
                </a:cubicBezTo>
                <a:lnTo>
                  <a:pt x="0" y="1590961"/>
                </a:lnTo>
                <a:cubicBezTo>
                  <a:pt x="898495" y="1590961"/>
                  <a:pt x="1639954" y="905712"/>
                  <a:pt x="1729127" y="30432"/>
                </a:cubicBezTo>
                <a:close/>
                <a:moveTo>
                  <a:pt x="1608247" y="0"/>
                </a:moveTo>
                <a:lnTo>
                  <a:pt x="1630525" y="0"/>
                </a:lnTo>
                <a:lnTo>
                  <a:pt x="1629507" y="20086"/>
                </a:lnTo>
                <a:cubicBezTo>
                  <a:pt x="1545469" y="844919"/>
                  <a:pt x="846701" y="1490712"/>
                  <a:pt x="0" y="1490712"/>
                </a:cubicBezTo>
                <a:lnTo>
                  <a:pt x="0" y="1468436"/>
                </a:lnTo>
                <a:cubicBezTo>
                  <a:pt x="835206" y="1468436"/>
                  <a:pt x="1524451" y="831445"/>
                  <a:pt x="1607345" y="17816"/>
                </a:cubicBezTo>
                <a:close/>
                <a:moveTo>
                  <a:pt x="1485833" y="0"/>
                </a:moveTo>
                <a:lnTo>
                  <a:pt x="1508109" y="0"/>
                </a:lnTo>
                <a:lnTo>
                  <a:pt x="1507724" y="7596"/>
                </a:lnTo>
                <a:cubicBezTo>
                  <a:pt x="1429966" y="770778"/>
                  <a:pt x="783416" y="1368317"/>
                  <a:pt x="0" y="1368317"/>
                </a:cubicBezTo>
                <a:lnTo>
                  <a:pt x="0" y="1346041"/>
                </a:lnTo>
                <a:cubicBezTo>
                  <a:pt x="771917" y="1346041"/>
                  <a:pt x="1408949" y="757304"/>
                  <a:pt x="1485563" y="5325"/>
                </a:cubicBezTo>
                <a:close/>
                <a:moveTo>
                  <a:pt x="1362591" y="0"/>
                </a:moveTo>
                <a:lnTo>
                  <a:pt x="1385194" y="0"/>
                </a:lnTo>
                <a:lnTo>
                  <a:pt x="1364797" y="133264"/>
                </a:lnTo>
                <a:cubicBezTo>
                  <a:pt x="1234684" y="767432"/>
                  <a:pt x="672215" y="1245917"/>
                  <a:pt x="0" y="1245917"/>
                </a:cubicBezTo>
                <a:lnTo>
                  <a:pt x="0" y="1223641"/>
                </a:lnTo>
                <a:cubicBezTo>
                  <a:pt x="661385" y="1223641"/>
                  <a:pt x="1214835" y="752908"/>
                  <a:pt x="1342864" y="128894"/>
                </a:cubicBezTo>
                <a:close/>
                <a:moveTo>
                  <a:pt x="1238878" y="0"/>
                </a:moveTo>
                <a:lnTo>
                  <a:pt x="1261388" y="0"/>
                </a:lnTo>
                <a:lnTo>
                  <a:pt x="1244763" y="108614"/>
                </a:lnTo>
                <a:cubicBezTo>
                  <a:pt x="1126083" y="687031"/>
                  <a:pt x="613049" y="1123397"/>
                  <a:pt x="0" y="1123397"/>
                </a:cubicBezTo>
                <a:lnTo>
                  <a:pt x="0" y="1101121"/>
                </a:lnTo>
                <a:cubicBezTo>
                  <a:pt x="602316" y="1101121"/>
                  <a:pt x="1106344" y="672419"/>
                  <a:pt x="1222940" y="104135"/>
                </a:cubicBezTo>
                <a:close/>
                <a:moveTo>
                  <a:pt x="1115178" y="0"/>
                </a:moveTo>
                <a:lnTo>
                  <a:pt x="1137688" y="0"/>
                </a:lnTo>
                <a:lnTo>
                  <a:pt x="1124836" y="83962"/>
                </a:lnTo>
                <a:cubicBezTo>
                  <a:pt x="1017592" y="606647"/>
                  <a:pt x="553979" y="1000978"/>
                  <a:pt x="0" y="1000978"/>
                </a:cubicBezTo>
                <a:lnTo>
                  <a:pt x="0" y="978703"/>
                </a:lnTo>
                <a:cubicBezTo>
                  <a:pt x="543246" y="978703"/>
                  <a:pt x="997852" y="592039"/>
                  <a:pt x="1103012" y="79485"/>
                </a:cubicBezTo>
                <a:close/>
                <a:moveTo>
                  <a:pt x="991375" y="0"/>
                </a:moveTo>
                <a:lnTo>
                  <a:pt x="1013997" y="0"/>
                </a:lnTo>
                <a:lnTo>
                  <a:pt x="1004915" y="59331"/>
                </a:lnTo>
                <a:cubicBezTo>
                  <a:pt x="909100" y="526286"/>
                  <a:pt x="494909" y="878583"/>
                  <a:pt x="0" y="878583"/>
                </a:cubicBezTo>
                <a:lnTo>
                  <a:pt x="0" y="856307"/>
                </a:lnTo>
                <a:cubicBezTo>
                  <a:pt x="484176" y="856307"/>
                  <a:pt x="889272" y="511676"/>
                  <a:pt x="982981" y="54853"/>
                </a:cubicBezTo>
                <a:close/>
                <a:moveTo>
                  <a:pt x="866108" y="0"/>
                </a:moveTo>
                <a:lnTo>
                  <a:pt x="888384" y="0"/>
                </a:lnTo>
                <a:lnTo>
                  <a:pt x="884876" y="34680"/>
                </a:lnTo>
                <a:cubicBezTo>
                  <a:pt x="800495" y="445883"/>
                  <a:pt x="435739" y="756058"/>
                  <a:pt x="0" y="756058"/>
                </a:cubicBezTo>
                <a:lnTo>
                  <a:pt x="0" y="733782"/>
                </a:lnTo>
                <a:cubicBezTo>
                  <a:pt x="425107" y="733782"/>
                  <a:pt x="780781" y="431187"/>
                  <a:pt x="863057" y="30169"/>
                </a:cubicBezTo>
                <a:close/>
                <a:moveTo>
                  <a:pt x="743692" y="0"/>
                </a:moveTo>
                <a:lnTo>
                  <a:pt x="765973" y="0"/>
                </a:lnTo>
                <a:lnTo>
                  <a:pt x="764957" y="10048"/>
                </a:lnTo>
                <a:cubicBezTo>
                  <a:pt x="692029" y="365521"/>
                  <a:pt x="376767" y="633662"/>
                  <a:pt x="0" y="633662"/>
                </a:cubicBezTo>
                <a:lnTo>
                  <a:pt x="0" y="611386"/>
                </a:lnTo>
                <a:cubicBezTo>
                  <a:pt x="365938" y="611386"/>
                  <a:pt x="672265" y="350911"/>
                  <a:pt x="743129" y="5570"/>
                </a:cubicBezTo>
                <a:close/>
                <a:moveTo>
                  <a:pt x="617163" y="0"/>
                </a:moveTo>
                <a:lnTo>
                  <a:pt x="640489" y="0"/>
                </a:lnTo>
                <a:lnTo>
                  <a:pt x="606611" y="108906"/>
                </a:lnTo>
                <a:cubicBezTo>
                  <a:pt x="506524" y="345128"/>
                  <a:pt x="272312" y="511248"/>
                  <a:pt x="0" y="511248"/>
                </a:cubicBezTo>
                <a:lnTo>
                  <a:pt x="0" y="488972"/>
                </a:lnTo>
                <a:cubicBezTo>
                  <a:pt x="263030" y="488972"/>
                  <a:pt x="489290" y="328485"/>
                  <a:pt x="585980" y="100252"/>
                </a:cubicBezTo>
                <a:close/>
                <a:moveTo>
                  <a:pt x="489561" y="0"/>
                </a:moveTo>
                <a:lnTo>
                  <a:pt x="512789" y="0"/>
                </a:lnTo>
                <a:lnTo>
                  <a:pt x="493721" y="61289"/>
                </a:lnTo>
                <a:cubicBezTo>
                  <a:pt x="412246" y="253561"/>
                  <a:pt x="221597" y="388735"/>
                  <a:pt x="0" y="388735"/>
                </a:cubicBezTo>
                <a:lnTo>
                  <a:pt x="0" y="366459"/>
                </a:lnTo>
                <a:cubicBezTo>
                  <a:pt x="212399" y="366459"/>
                  <a:pt x="395116" y="236854"/>
                  <a:pt x="473199" y="52587"/>
                </a:cubicBezTo>
                <a:close/>
                <a:moveTo>
                  <a:pt x="361966" y="0"/>
                </a:moveTo>
                <a:lnTo>
                  <a:pt x="385181" y="0"/>
                </a:lnTo>
                <a:lnTo>
                  <a:pt x="380937" y="13636"/>
                </a:lnTo>
                <a:cubicBezTo>
                  <a:pt x="318070" y="161973"/>
                  <a:pt x="170965" y="266328"/>
                  <a:pt x="0" y="266328"/>
                </a:cubicBezTo>
                <a:lnTo>
                  <a:pt x="0" y="244052"/>
                </a:lnTo>
                <a:cubicBezTo>
                  <a:pt x="161767" y="244052"/>
                  <a:pt x="300940" y="145329"/>
                  <a:pt x="360416" y="4982"/>
                </a:cubicBezTo>
                <a:close/>
                <a:moveTo>
                  <a:pt x="218905" y="0"/>
                </a:moveTo>
                <a:lnTo>
                  <a:pt x="249720" y="0"/>
                </a:lnTo>
                <a:lnTo>
                  <a:pt x="241311" y="15475"/>
                </a:lnTo>
                <a:cubicBezTo>
                  <a:pt x="188962" y="92909"/>
                  <a:pt x="100349" y="143932"/>
                  <a:pt x="0" y="143932"/>
                </a:cubicBezTo>
                <a:lnTo>
                  <a:pt x="0" y="121656"/>
                </a:lnTo>
                <a:cubicBezTo>
                  <a:pt x="74091" y="121656"/>
                  <a:pt x="141290" y="91533"/>
                  <a:pt x="189966" y="42875"/>
                </a:cubicBezTo>
                <a:close/>
              </a:path>
            </a:pathLst>
          </a:custGeom>
          <a:solidFill>
            <a:schemeClr val="accent3">
              <a:lumMod val="20000"/>
              <a:lumOff val="80000"/>
            </a:schemeClr>
          </a:solidFill>
          <a:ln w="4588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760938" y="755372"/>
            <a:ext cx="3931920" cy="1527048"/>
          </a:xfrm>
        </p:spPr>
        <p:txBody>
          <a:bodyPr anchor="b"/>
          <a:lstStyle>
            <a:lvl1pPr>
              <a:lnSpc>
                <a:spcPct val="100000"/>
              </a:lnSpc>
              <a:defRPr sz="3200"/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+mn-lt"/>
              </a:defRPr>
            </a:lvl1pPr>
          </a:lstStyle>
          <a:p>
            <a:fld id="{48F63A3B-78C7-47BE-AE5E-E10140E04643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 hasCustomPrompt="1"/>
          </p:nvPr>
        </p:nvSpPr>
        <p:spPr>
          <a:xfrm>
            <a:off x="760938" y="2286001"/>
            <a:ext cx="3931920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dirty="0"/>
              <a:t>Click to add text</a:t>
            </a:r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 hasCustomPrompt="1"/>
          </p:nvPr>
        </p:nvSpPr>
        <p:spPr>
          <a:xfrm>
            <a:off x="5262700" y="987425"/>
            <a:ext cx="6172200" cy="4873625"/>
          </a:xfrm>
        </p:spPr>
        <p:txBody>
          <a:bodyPr anchor="t">
            <a:normAutofit/>
          </a:bodyPr>
          <a:lstStyle>
            <a:lvl1pPr marL="0" indent="0" algn="ctr">
              <a:buNone/>
              <a:defRPr sz="28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dirty="0"/>
              <a:t>Click to add picture</a:t>
            </a:r>
          </a:p>
        </p:txBody>
      </p:sp>
    </p:spTree>
    <p:extLst>
      <p:ext uri="{BB962C8B-B14F-4D97-AF65-F5344CB8AC3E}">
        <p14:creationId xmlns:p14="http://schemas.microsoft.com/office/powerpoint/2010/main" val="223467008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438475" y="457199"/>
            <a:ext cx="987552" cy="244503"/>
          </a:xfrm>
          <a:prstGeom prst="rect">
            <a:avLst/>
          </a:prstGeom>
        </p:spPr>
        <p:txBody>
          <a:bodyPr vert="horz" lIns="91440" tIns="45720" rIns="0" bIns="45720" rtlCol="0" anchor="ctr"/>
          <a:lstStyle>
            <a:lvl1pPr algn="r">
              <a:defRPr sz="1200">
                <a:solidFill>
                  <a:schemeClr val="accent6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fld id="{48F63A3B-78C7-47BE-AE5E-E10140E04643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758952" y="731520"/>
            <a:ext cx="10671048" cy="1362057"/>
          </a:xfrm>
          <a:prstGeom prst="rect">
            <a:avLst/>
          </a:prstGeom>
        </p:spPr>
        <p:txBody>
          <a:bodyPr vert="horz" lIns="91440" tIns="45720" rIns="91440" bIns="45720" rtlCol="0" anchor="b" anchorCtr="0">
            <a:no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58952" y="2103120"/>
            <a:ext cx="10671048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483343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51" r:id="rId1"/>
    <p:sldLayoutId id="2147483663" r:id="rId2"/>
    <p:sldLayoutId id="2147483680" r:id="rId3"/>
    <p:sldLayoutId id="2147483653" r:id="rId4"/>
    <p:sldLayoutId id="2147483668" r:id="rId5"/>
    <p:sldLayoutId id="2147483685" r:id="rId6"/>
    <p:sldLayoutId id="2147483686" r:id="rId7"/>
    <p:sldLayoutId id="2147483687" r:id="rId8"/>
    <p:sldLayoutId id="2147483688" r:id="rId9"/>
    <p:sldLayoutId id="2147483689" r:id="rId10"/>
    <p:sldLayoutId id="2147483691" r:id="rId11"/>
    <p:sldLayoutId id="2147483692" r:id="rId12"/>
    <p:sldLayoutId id="2147483676" r:id="rId13"/>
    <p:sldLayoutId id="2147483656" r:id="rId14"/>
    <p:sldLayoutId id="2147483657" r:id="rId15"/>
    <p:sldLayoutId id="2147483658" r:id="rId16"/>
    <p:sldLayoutId id="2147483659" r:id="rId17"/>
  </p:sldLayoutIdLst>
  <p:hf hdr="0" ftr="0" dt="0"/>
  <p:txStyles>
    <p:titleStyle>
      <a:lvl1pPr algn="ctr" defTabSz="914400" rtl="0" eaLnBrk="1" latinLnBrk="0" hangingPunct="1">
        <a:lnSpc>
          <a:spcPts val="4875"/>
        </a:lnSpc>
        <a:spcBef>
          <a:spcPct val="0"/>
        </a:spcBef>
        <a:buNone/>
        <a:defRPr sz="3800" b="1" kern="1200" cap="all" baseline="0">
          <a:solidFill>
            <a:schemeClr val="accent6"/>
          </a:solidFill>
          <a:latin typeface="+mj-lt"/>
          <a:ea typeface="+mj-ea"/>
          <a:cs typeface="+mj-cs"/>
        </a:defRPr>
      </a:lvl1pPr>
    </p:titleStyle>
    <p:bodyStyle>
      <a:lvl1pPr marL="347472" indent="-347472" algn="l" defTabSz="914400" rtl="0" eaLnBrk="1" latinLnBrk="0" hangingPunct="1">
        <a:lnSpc>
          <a:spcPct val="100000"/>
        </a:lnSpc>
        <a:spcBef>
          <a:spcPts val="360"/>
        </a:spcBef>
        <a:buFont typeface="Arial" panose="020B0604020202020204" pitchFamily="34" charset="0"/>
        <a:buChar char="•"/>
        <a:defRPr sz="2800" kern="1200">
          <a:solidFill>
            <a:schemeClr val="accent6"/>
          </a:solidFill>
          <a:latin typeface="+mn-lt"/>
          <a:ea typeface="+mn-ea"/>
          <a:cs typeface="+mn-cs"/>
        </a:defRPr>
      </a:lvl1pPr>
      <a:lvl2pPr marL="685800" indent="-347472" algn="l" defTabSz="914400" rtl="0" eaLnBrk="1" latinLnBrk="0" hangingPunct="1">
        <a:lnSpc>
          <a:spcPct val="100000"/>
        </a:lnSpc>
        <a:spcBef>
          <a:spcPts val="360"/>
        </a:spcBef>
        <a:buFont typeface="Arial" panose="020B0604020202020204" pitchFamily="34" charset="0"/>
        <a:buChar char="•"/>
        <a:defRPr sz="2400" kern="1200">
          <a:solidFill>
            <a:schemeClr val="accent6"/>
          </a:solidFill>
          <a:latin typeface="+mn-lt"/>
          <a:ea typeface="+mn-ea"/>
          <a:cs typeface="+mn-cs"/>
        </a:defRPr>
      </a:lvl2pPr>
      <a:lvl3pPr marL="1143000" indent="-347472" algn="l" defTabSz="914400" rtl="0" eaLnBrk="1" latinLnBrk="0" hangingPunct="1">
        <a:lnSpc>
          <a:spcPct val="100000"/>
        </a:lnSpc>
        <a:spcBef>
          <a:spcPts val="360"/>
        </a:spcBef>
        <a:buFont typeface="Arial" panose="020B0604020202020204" pitchFamily="34" charset="0"/>
        <a:buChar char="•"/>
        <a:defRPr sz="2000" kern="1200">
          <a:solidFill>
            <a:schemeClr val="accent6"/>
          </a:solidFill>
          <a:latin typeface="+mn-lt"/>
          <a:ea typeface="+mn-ea"/>
          <a:cs typeface="+mn-cs"/>
        </a:defRPr>
      </a:lvl3pPr>
      <a:lvl4pPr marL="1600200" indent="-347472" algn="l" defTabSz="914400" rtl="0" eaLnBrk="1" latinLnBrk="0" hangingPunct="1">
        <a:lnSpc>
          <a:spcPct val="100000"/>
        </a:lnSpc>
        <a:spcBef>
          <a:spcPts val="360"/>
        </a:spcBef>
        <a:buFont typeface="Arial" panose="020B0604020202020204" pitchFamily="34" charset="0"/>
        <a:buChar char="•"/>
        <a:defRPr sz="1800" kern="1200">
          <a:solidFill>
            <a:schemeClr val="accent6"/>
          </a:solidFill>
          <a:latin typeface="+mn-lt"/>
          <a:ea typeface="+mn-ea"/>
          <a:cs typeface="+mn-cs"/>
        </a:defRPr>
      </a:lvl4pPr>
      <a:lvl5pPr marL="2057400" indent="-347472" algn="l" defTabSz="914400" rtl="0" eaLnBrk="1" latinLnBrk="0" hangingPunct="1">
        <a:lnSpc>
          <a:spcPct val="100000"/>
        </a:lnSpc>
        <a:spcBef>
          <a:spcPts val="360"/>
        </a:spcBef>
        <a:buFont typeface="Arial" panose="020B0604020202020204" pitchFamily="34" charset="0"/>
        <a:buChar char="•"/>
        <a:defRPr sz="1800" kern="1200">
          <a:solidFill>
            <a:schemeClr val="accent6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3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207FF65-A536-F639-8591-ED024C22330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899790" y="810227"/>
            <a:ext cx="6392421" cy="3831221"/>
          </a:xfrm>
        </p:spPr>
        <p:txBody>
          <a:bodyPr anchor="ctr"/>
          <a:lstStyle/>
          <a:p>
            <a:r>
              <a:rPr lang="en-US" dirty="0"/>
              <a:t>Project</a:t>
            </a:r>
            <a:br>
              <a:rPr lang="en-US" dirty="0"/>
            </a:br>
            <a:r>
              <a:rPr lang="en-US" dirty="0"/>
              <a:t>presentation</a:t>
            </a:r>
          </a:p>
        </p:txBody>
      </p:sp>
    </p:spTree>
    <p:extLst>
      <p:ext uri="{BB962C8B-B14F-4D97-AF65-F5344CB8AC3E}">
        <p14:creationId xmlns:p14="http://schemas.microsoft.com/office/powerpoint/2010/main" val="220243767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010B44F-A78A-AE1B-93DF-415CD53DBC7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A737B7F-0806-A3EE-DD4A-244AE65E5D5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899790" y="810227"/>
            <a:ext cx="6392421" cy="3831221"/>
          </a:xfrm>
        </p:spPr>
        <p:txBody>
          <a:bodyPr anchor="ctr"/>
          <a:lstStyle/>
          <a:p>
            <a:r>
              <a:rPr lang="en-US" dirty="0"/>
              <a:t>Week-1</a:t>
            </a:r>
          </a:p>
        </p:txBody>
      </p:sp>
    </p:spTree>
    <p:extLst>
      <p:ext uri="{BB962C8B-B14F-4D97-AF65-F5344CB8AC3E}">
        <p14:creationId xmlns:p14="http://schemas.microsoft.com/office/powerpoint/2010/main" val="214748872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E747D32-2785-8D4C-8471-AB52BE3A642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D2E7C67-1B6E-F916-D5DB-1FA8049E771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9495" y="88490"/>
            <a:ext cx="11916697" cy="1179868"/>
          </a:xfrm>
        </p:spPr>
        <p:txBody>
          <a:bodyPr>
            <a:noAutofit/>
          </a:bodyPr>
          <a:lstStyle/>
          <a:p>
            <a:pPr algn="ctr"/>
            <a:r>
              <a:rPr lang="en-US" sz="1400" dirty="0">
                <a:solidFill>
                  <a:schemeClr val="tx1"/>
                </a:solidFill>
              </a:rPr>
              <a:t>A Lightweight Deep Convolutional Neural Network Implemented on FPGA and Android Devices for Detection of Breast Cancer Using Ultrasound Images</a:t>
            </a:r>
            <a:br>
              <a:rPr lang="en-US" sz="1400" dirty="0">
                <a:solidFill>
                  <a:schemeClr val="tx1"/>
                </a:solidFill>
              </a:rPr>
            </a:br>
            <a:br>
              <a:rPr lang="en-US" sz="1400" dirty="0">
                <a:solidFill>
                  <a:schemeClr val="tx1"/>
                </a:solidFill>
              </a:rPr>
            </a:br>
            <a:br>
              <a:rPr lang="en-US" sz="1400" dirty="0">
                <a:solidFill>
                  <a:schemeClr val="tx1"/>
                </a:solidFill>
              </a:rPr>
            </a:br>
            <a:endParaRPr lang="en-US" sz="1400" dirty="0">
              <a:solidFill>
                <a:schemeClr val="tx1"/>
              </a:solidFill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1B14077-6B5E-3743-60DA-119E0416AAC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67148" y="707231"/>
            <a:ext cx="11916697" cy="5929311"/>
          </a:xfrm>
        </p:spPr>
        <p:txBody>
          <a:bodyPr>
            <a:normAutofit fontScale="70000" lnSpcReduction="20000"/>
          </a:bodyPr>
          <a:lstStyle/>
          <a:p>
            <a:r>
              <a:rPr lang="en-US" b="1" dirty="0">
                <a:solidFill>
                  <a:schemeClr val="accent6">
                    <a:lumMod val="50000"/>
                  </a:schemeClr>
                </a:solidFill>
              </a:rPr>
              <a:t>What’s in the Paper: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dirty="0">
              <a:solidFill>
                <a:schemeClr val="accent6">
                  <a:lumMod val="50000"/>
                </a:schemeClr>
              </a:solidFill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600" dirty="0">
                <a:solidFill>
                  <a:schemeClr val="accent6">
                    <a:lumMod val="50000"/>
                  </a:schemeClr>
                </a:solidFill>
              </a:rPr>
              <a:t>  Proposed a l</a:t>
            </a:r>
            <a:r>
              <a:rPr lang="en-US" sz="2600" b="1" dirty="0">
                <a:solidFill>
                  <a:schemeClr val="accent6">
                    <a:lumMod val="50000"/>
                  </a:schemeClr>
                </a:solidFill>
              </a:rPr>
              <a:t>ightweight CNN</a:t>
            </a:r>
            <a:r>
              <a:rPr lang="en-US" sz="2600" dirty="0">
                <a:solidFill>
                  <a:schemeClr val="accent6">
                    <a:lumMod val="50000"/>
                  </a:schemeClr>
                </a:solidFill>
              </a:rPr>
              <a:t> to detect breast cancer using ultrasound images 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600" dirty="0">
                <a:solidFill>
                  <a:schemeClr val="accent6">
                    <a:lumMod val="50000"/>
                  </a:schemeClr>
                </a:solidFill>
              </a:rPr>
              <a:t>  Implemented on both </a:t>
            </a:r>
            <a:r>
              <a:rPr lang="en-US" sz="2600" b="1" dirty="0">
                <a:solidFill>
                  <a:schemeClr val="accent6">
                    <a:lumMod val="50000"/>
                  </a:schemeClr>
                </a:solidFill>
              </a:rPr>
              <a:t>FPGA hardware </a:t>
            </a:r>
            <a:r>
              <a:rPr lang="en-US" sz="2600" dirty="0">
                <a:solidFill>
                  <a:schemeClr val="accent6">
                    <a:lumMod val="50000"/>
                  </a:schemeClr>
                </a:solidFill>
              </a:rPr>
              <a:t> and  </a:t>
            </a:r>
            <a:r>
              <a:rPr lang="en-US" sz="2600" b="1" dirty="0">
                <a:solidFill>
                  <a:schemeClr val="accent6">
                    <a:lumMod val="50000"/>
                  </a:schemeClr>
                </a:solidFill>
              </a:rPr>
              <a:t>Android devices </a:t>
            </a:r>
            <a:r>
              <a:rPr lang="en-US" sz="2600" dirty="0">
                <a:solidFill>
                  <a:schemeClr val="accent6">
                    <a:lumMod val="50000"/>
                  </a:schemeClr>
                </a:solidFill>
              </a:rPr>
              <a:t> for real-time use.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600" dirty="0">
                <a:solidFill>
                  <a:schemeClr val="accent6">
                    <a:lumMod val="50000"/>
                  </a:schemeClr>
                </a:solidFill>
              </a:rPr>
              <a:t>  FPGA performs image preprocessing + acceleration, reducing latency &amp; power.</a:t>
            </a:r>
          </a:p>
          <a:p>
            <a:endParaRPr lang="en-US" dirty="0">
              <a:solidFill>
                <a:schemeClr val="accent6">
                  <a:lumMod val="50000"/>
                </a:schemeClr>
              </a:solidFill>
            </a:endParaRPr>
          </a:p>
          <a:p>
            <a:r>
              <a:rPr lang="en-US" b="1" dirty="0">
                <a:solidFill>
                  <a:schemeClr val="accent6">
                    <a:lumMod val="50000"/>
                  </a:schemeClr>
                </a:solidFill>
              </a:rPr>
              <a:t>Why It’s Good:</a:t>
            </a:r>
          </a:p>
          <a:p>
            <a:endParaRPr lang="en-US" dirty="0">
              <a:solidFill>
                <a:schemeClr val="accent6">
                  <a:lumMod val="50000"/>
                </a:schemeClr>
              </a:solidFill>
            </a:endParaRPr>
          </a:p>
          <a:p>
            <a:pPr marL="342900" indent="-342900">
              <a:buFont typeface="Wingdings" panose="05000000000000000000" pitchFamily="2" charset="2"/>
              <a:buChar char="q"/>
            </a:pPr>
            <a:r>
              <a:rPr lang="en-US" sz="2600" dirty="0">
                <a:solidFill>
                  <a:schemeClr val="accent6">
                    <a:lumMod val="50000"/>
                  </a:schemeClr>
                </a:solidFill>
              </a:rPr>
              <a:t>  Efficient &amp; portable - usable in rural or low-resource healthcare settings.</a:t>
            </a:r>
          </a:p>
          <a:p>
            <a:pPr marL="342900" indent="-342900">
              <a:buFont typeface="Wingdings" panose="05000000000000000000" pitchFamily="2" charset="2"/>
              <a:buChar char="q"/>
            </a:pPr>
            <a:r>
              <a:rPr lang="en-US" sz="2600" dirty="0">
                <a:solidFill>
                  <a:schemeClr val="accent6">
                    <a:lumMod val="50000"/>
                  </a:schemeClr>
                </a:solidFill>
              </a:rPr>
              <a:t>  </a:t>
            </a:r>
            <a:r>
              <a:rPr lang="en-US" sz="2600" b="1" dirty="0">
                <a:solidFill>
                  <a:schemeClr val="accent6">
                    <a:lumMod val="50000"/>
                  </a:schemeClr>
                </a:solidFill>
              </a:rPr>
              <a:t>Low power + real-time processing </a:t>
            </a:r>
            <a:r>
              <a:rPr lang="en-US" sz="2600" dirty="0">
                <a:solidFill>
                  <a:schemeClr val="accent6">
                    <a:lumMod val="50000"/>
                  </a:schemeClr>
                </a:solidFill>
              </a:rPr>
              <a:t>using edge devices.</a:t>
            </a:r>
          </a:p>
          <a:p>
            <a:pPr marL="342900" indent="-342900">
              <a:buFont typeface="Wingdings" panose="05000000000000000000" pitchFamily="2" charset="2"/>
              <a:buChar char="q"/>
            </a:pPr>
            <a:r>
              <a:rPr lang="en-US" sz="2600" dirty="0">
                <a:solidFill>
                  <a:schemeClr val="accent6">
                    <a:lumMod val="50000"/>
                  </a:schemeClr>
                </a:solidFill>
              </a:rPr>
              <a:t>   High  </a:t>
            </a:r>
            <a:r>
              <a:rPr lang="en-US" sz="2600" b="1" dirty="0">
                <a:solidFill>
                  <a:schemeClr val="accent6">
                    <a:lumMod val="50000"/>
                  </a:schemeClr>
                </a:solidFill>
              </a:rPr>
              <a:t>accuracy</a:t>
            </a:r>
            <a:r>
              <a:rPr lang="en-US" sz="2600" dirty="0">
                <a:solidFill>
                  <a:schemeClr val="accent6">
                    <a:lumMod val="50000"/>
                  </a:schemeClr>
                </a:solidFill>
              </a:rPr>
              <a:t> and minimal hardware resource usage.</a:t>
            </a:r>
          </a:p>
          <a:p>
            <a:endParaRPr lang="en-US" dirty="0">
              <a:solidFill>
                <a:schemeClr val="accent6">
                  <a:lumMod val="50000"/>
                </a:schemeClr>
              </a:solidFill>
            </a:endParaRPr>
          </a:p>
          <a:p>
            <a:r>
              <a:rPr lang="en-US" b="1" dirty="0">
                <a:solidFill>
                  <a:schemeClr val="accent6">
                    <a:lumMod val="50000"/>
                  </a:schemeClr>
                </a:solidFill>
              </a:rPr>
              <a:t>What We Can Improve:</a:t>
            </a:r>
          </a:p>
          <a:p>
            <a:endParaRPr lang="en-US" dirty="0">
              <a:solidFill>
                <a:schemeClr val="accent6">
                  <a:lumMod val="50000"/>
                </a:schemeClr>
              </a:solidFill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600" dirty="0">
                <a:solidFill>
                  <a:schemeClr val="accent6">
                    <a:lumMod val="50000"/>
                  </a:schemeClr>
                </a:solidFill>
              </a:rPr>
              <a:t> Extend to detect </a:t>
            </a:r>
            <a:r>
              <a:rPr lang="en-US" sz="2600" b="1" dirty="0">
                <a:solidFill>
                  <a:schemeClr val="accent6">
                    <a:lumMod val="50000"/>
                  </a:schemeClr>
                </a:solidFill>
              </a:rPr>
              <a:t>other recurring diseases</a:t>
            </a:r>
            <a:r>
              <a:rPr lang="en-US" sz="2600" dirty="0">
                <a:solidFill>
                  <a:schemeClr val="accent6">
                    <a:lumMod val="50000"/>
                  </a:schemeClr>
                </a:solidFill>
              </a:rPr>
              <a:t> (e.g. lung/kidney issues).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600" dirty="0">
                <a:solidFill>
                  <a:schemeClr val="accent6">
                    <a:lumMod val="50000"/>
                  </a:schemeClr>
                </a:solidFill>
              </a:rPr>
              <a:t>Use </a:t>
            </a:r>
            <a:r>
              <a:rPr lang="en-US" sz="2600" b="1" dirty="0">
                <a:solidFill>
                  <a:schemeClr val="accent6">
                    <a:lumMod val="50000"/>
                  </a:schemeClr>
                </a:solidFill>
              </a:rPr>
              <a:t>advanced CNN compression</a:t>
            </a:r>
            <a:r>
              <a:rPr lang="en-US" sz="2600" dirty="0">
                <a:solidFill>
                  <a:schemeClr val="accent6">
                    <a:lumMod val="50000"/>
                  </a:schemeClr>
                </a:solidFill>
              </a:rPr>
              <a:t> (quantization, pruning) for further optimization.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600" dirty="0">
                <a:solidFill>
                  <a:schemeClr val="accent6">
                    <a:lumMod val="50000"/>
                  </a:schemeClr>
                </a:solidFill>
              </a:rPr>
              <a:t> Improve preprocessing or add cloud support for feedback &amp; monitoring.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dirty="0">
              <a:solidFill>
                <a:schemeClr val="accent6">
                  <a:lumMod val="50000"/>
                </a:schemeClr>
              </a:solidFill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FAF4B02-8BA6-E02A-B591-EE6F4318AA8B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10358437" y="457199"/>
            <a:ext cx="1067589" cy="471489"/>
          </a:xfrm>
        </p:spPr>
        <p:txBody>
          <a:bodyPr/>
          <a:lstStyle/>
          <a:p>
            <a:fld id="{48F63A3B-78C7-47BE-AE5E-E10140E04643}" type="slidenum">
              <a:rPr lang="en-US" smtClean="0"/>
              <a:pPr/>
              <a:t>3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4916708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E8495DD-914C-6828-6B35-67BED66E7AF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D3B133A-8B76-E972-7440-422A3608CD3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-251180"/>
            <a:ext cx="11916697" cy="1179868"/>
          </a:xfrm>
        </p:spPr>
        <p:txBody>
          <a:bodyPr>
            <a:noAutofit/>
          </a:bodyPr>
          <a:lstStyle/>
          <a:p>
            <a:pPr algn="ctr"/>
            <a:r>
              <a:rPr lang="en-US" sz="1400" dirty="0">
                <a:solidFill>
                  <a:schemeClr val="accent1">
                    <a:lumMod val="10000"/>
                  </a:schemeClr>
                </a:solidFill>
              </a:rPr>
              <a:t>Low-Cost FPGA Implementation of Deep Learning-Based Heart Sound Segmentation</a:t>
            </a:r>
            <a:br>
              <a:rPr lang="en-US" sz="1400" dirty="0">
                <a:solidFill>
                  <a:schemeClr val="accent1">
                    <a:lumMod val="10000"/>
                  </a:schemeClr>
                </a:solidFill>
              </a:rPr>
            </a:br>
            <a:br>
              <a:rPr lang="en-US" sz="1400" dirty="0">
                <a:solidFill>
                  <a:schemeClr val="accent1">
                    <a:lumMod val="10000"/>
                  </a:schemeClr>
                </a:solidFill>
              </a:rPr>
            </a:br>
            <a:r>
              <a:rPr lang="en-US" sz="1400" dirty="0">
                <a:solidFill>
                  <a:schemeClr val="accent1">
                    <a:lumMod val="10000"/>
                  </a:schemeClr>
                </a:solidFill>
              </a:rPr>
              <a:t>for Real-Time CVDs Screening</a:t>
            </a:r>
            <a:endParaRPr lang="en-US" sz="1400" dirty="0">
              <a:solidFill>
                <a:schemeClr val="tx1"/>
              </a:solidFill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E96EB19-84B8-97D7-BB61-44680B7FE40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67148" y="928689"/>
            <a:ext cx="11916697" cy="5767080"/>
          </a:xfrm>
        </p:spPr>
        <p:txBody>
          <a:bodyPr>
            <a:normAutofit/>
          </a:bodyPr>
          <a:lstStyle/>
          <a:p>
            <a:r>
              <a:rPr lang="en-US" sz="1800" b="1" dirty="0">
                <a:solidFill>
                  <a:schemeClr val="tx1"/>
                </a:solidFill>
              </a:rPr>
              <a:t>What’s in the Paper:</a:t>
            </a:r>
            <a:endParaRPr lang="en-US" sz="1800" dirty="0">
              <a:solidFill>
                <a:schemeClr val="tx1"/>
              </a:solidFill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800" dirty="0">
                <a:solidFill>
                  <a:schemeClr val="tx1"/>
                </a:solidFill>
              </a:rPr>
              <a:t>The system is designed to be </a:t>
            </a:r>
            <a:r>
              <a:rPr lang="en-US" sz="1800" b="1" dirty="0">
                <a:solidFill>
                  <a:schemeClr val="tx1"/>
                </a:solidFill>
              </a:rPr>
              <a:t>portable and low-cost</a:t>
            </a:r>
            <a:r>
              <a:rPr lang="en-US" sz="1800" dirty="0">
                <a:solidFill>
                  <a:schemeClr val="tx1"/>
                </a:solidFill>
              </a:rPr>
              <a:t>, focusing on </a:t>
            </a:r>
            <a:r>
              <a:rPr lang="en-US" sz="1800" b="1" dirty="0">
                <a:solidFill>
                  <a:schemeClr val="tx1"/>
                </a:solidFill>
              </a:rPr>
              <a:t>segmentation of heart sounds</a:t>
            </a:r>
            <a:r>
              <a:rPr lang="en-US" sz="1800" dirty="0">
                <a:solidFill>
                  <a:schemeClr val="tx1"/>
                </a:solidFill>
              </a:rPr>
              <a:t> from </a:t>
            </a:r>
            <a:r>
              <a:rPr lang="en-US" sz="1800" b="1" dirty="0">
                <a:solidFill>
                  <a:schemeClr val="tx1"/>
                </a:solidFill>
              </a:rPr>
              <a:t>phonocardiogram (PCG)</a:t>
            </a:r>
            <a:r>
              <a:rPr lang="en-US" sz="1800" dirty="0">
                <a:solidFill>
                  <a:schemeClr val="tx1"/>
                </a:solidFill>
              </a:rPr>
              <a:t> signals acquired through a stethoscope.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800" dirty="0">
                <a:solidFill>
                  <a:schemeClr val="tx1"/>
                </a:solidFill>
              </a:rPr>
              <a:t>The FPGA enables fast real-time signal processing with reduced hardware requirements.</a:t>
            </a:r>
          </a:p>
          <a:p>
            <a:r>
              <a:rPr lang="en-US" sz="1800" b="1" dirty="0">
                <a:solidFill>
                  <a:schemeClr val="tx1"/>
                </a:solidFill>
              </a:rPr>
              <a:t>Why It Is Good: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1800" dirty="0">
                <a:solidFill>
                  <a:schemeClr val="tx1"/>
                </a:solidFill>
              </a:rPr>
              <a:t>Provides a </a:t>
            </a:r>
            <a:r>
              <a:rPr lang="en-US" sz="1800" b="1" dirty="0">
                <a:solidFill>
                  <a:schemeClr val="tx1"/>
                </a:solidFill>
              </a:rPr>
              <a:t>low-cost, point-of-care diagnostic solution</a:t>
            </a:r>
            <a:r>
              <a:rPr lang="en-US" sz="1800" dirty="0">
                <a:solidFill>
                  <a:schemeClr val="tx1"/>
                </a:solidFill>
              </a:rPr>
              <a:t> for cardiovascular issues.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1800" dirty="0">
                <a:solidFill>
                  <a:schemeClr val="tx1"/>
                </a:solidFill>
              </a:rPr>
              <a:t>FPGA ensures </a:t>
            </a:r>
            <a:r>
              <a:rPr lang="en-US" sz="1800" b="1" dirty="0">
                <a:solidFill>
                  <a:schemeClr val="tx1"/>
                </a:solidFill>
              </a:rPr>
              <a:t>efficient signal processing</a:t>
            </a:r>
            <a:r>
              <a:rPr lang="en-US" sz="1800" dirty="0">
                <a:solidFill>
                  <a:schemeClr val="tx1"/>
                </a:solidFill>
              </a:rPr>
              <a:t> with high speed and accuracy.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1800" dirty="0">
                <a:solidFill>
                  <a:schemeClr val="tx1"/>
                </a:solidFill>
              </a:rPr>
              <a:t>Ideal for </a:t>
            </a:r>
            <a:r>
              <a:rPr lang="en-US" sz="1800" b="1" dirty="0">
                <a:solidFill>
                  <a:schemeClr val="tx1"/>
                </a:solidFill>
              </a:rPr>
              <a:t>mobile health applications</a:t>
            </a:r>
            <a:r>
              <a:rPr lang="en-US" sz="1800" dirty="0">
                <a:solidFill>
                  <a:schemeClr val="tx1"/>
                </a:solidFill>
              </a:rPr>
              <a:t>, especially in underserved regions.</a:t>
            </a:r>
          </a:p>
          <a:p>
            <a:r>
              <a:rPr lang="en-US" sz="1800" b="1" dirty="0">
                <a:solidFill>
                  <a:schemeClr val="tx1"/>
                </a:solidFill>
              </a:rPr>
              <a:t>What Advancements We Can Do: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1800" dirty="0">
                <a:solidFill>
                  <a:schemeClr val="tx1"/>
                </a:solidFill>
              </a:rPr>
              <a:t>Improve </a:t>
            </a:r>
            <a:r>
              <a:rPr lang="en-US" sz="1800" b="1" dirty="0">
                <a:solidFill>
                  <a:schemeClr val="tx1"/>
                </a:solidFill>
              </a:rPr>
              <a:t>resource optimization</a:t>
            </a:r>
            <a:r>
              <a:rPr lang="en-US" sz="1800" dirty="0">
                <a:solidFill>
                  <a:schemeClr val="tx1"/>
                </a:solidFill>
              </a:rPr>
              <a:t> on FPGA by using lightweight deep learning models.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1800" dirty="0">
                <a:solidFill>
                  <a:schemeClr val="tx1"/>
                </a:solidFill>
              </a:rPr>
              <a:t>Explore </a:t>
            </a:r>
            <a:r>
              <a:rPr lang="en-US" sz="1800" b="1" dirty="0">
                <a:solidFill>
                  <a:schemeClr val="tx1"/>
                </a:solidFill>
              </a:rPr>
              <a:t>adaptive filtering</a:t>
            </a:r>
            <a:r>
              <a:rPr lang="en-US" sz="1800" dirty="0">
                <a:solidFill>
                  <a:schemeClr val="tx1"/>
                </a:solidFill>
              </a:rPr>
              <a:t> and </a:t>
            </a:r>
            <a:r>
              <a:rPr lang="en-US" sz="1800" b="1" dirty="0">
                <a:solidFill>
                  <a:schemeClr val="tx1"/>
                </a:solidFill>
              </a:rPr>
              <a:t>AI-based anomaly detection</a:t>
            </a:r>
            <a:r>
              <a:rPr lang="en-US" sz="1800" dirty="0">
                <a:solidFill>
                  <a:schemeClr val="tx1"/>
                </a:solidFill>
              </a:rPr>
              <a:t> to enhance diagnosis accuracy.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1800" dirty="0">
                <a:solidFill>
                  <a:schemeClr val="tx1"/>
                </a:solidFill>
              </a:rPr>
              <a:t>Extend the platform for </a:t>
            </a:r>
            <a:r>
              <a:rPr lang="en-US" sz="1800" b="1" dirty="0">
                <a:solidFill>
                  <a:schemeClr val="tx1"/>
                </a:solidFill>
              </a:rPr>
              <a:t>multi-organ imaging or disease detection</a:t>
            </a:r>
            <a:r>
              <a:rPr lang="en-US" sz="1800" dirty="0">
                <a:solidFill>
                  <a:schemeClr val="tx1"/>
                </a:solidFill>
              </a:rPr>
              <a:t>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0D9CE9E-19AF-6CD0-B4B7-CE84B6ADEE73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10358437" y="457199"/>
            <a:ext cx="1067589" cy="471489"/>
          </a:xfrm>
        </p:spPr>
        <p:txBody>
          <a:bodyPr/>
          <a:lstStyle/>
          <a:p>
            <a:fld id="{48F63A3B-78C7-47BE-AE5E-E10140E04643}" type="slidenum">
              <a:rPr lang="en-US" smtClean="0"/>
              <a:pPr/>
              <a:t>4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7955863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92BF0C3-A2C1-2494-F833-4AB7EA05B33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3D118BA-44A1-86DD-2968-3CD26A62745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7651" y="-589934"/>
            <a:ext cx="11916697" cy="1179868"/>
          </a:xfrm>
        </p:spPr>
        <p:txBody>
          <a:bodyPr>
            <a:noAutofit/>
          </a:bodyPr>
          <a:lstStyle/>
          <a:p>
            <a:pPr algn="ctr"/>
            <a:r>
              <a:rPr lang="en-US" sz="1400" dirty="0">
                <a:solidFill>
                  <a:schemeClr val="accent1">
                    <a:lumMod val="10000"/>
                  </a:schemeClr>
                </a:solidFill>
              </a:rPr>
              <a:t>An FPGA Prototype for Parkinson’s Disease Detection Using Machine Learning on Voice Signal</a:t>
            </a:r>
            <a:endParaRPr lang="en-US" sz="1400" dirty="0">
              <a:solidFill>
                <a:schemeClr val="tx1"/>
              </a:solidFill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DAA129B-DD47-2B31-24E9-3CC50C1AA4D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67148" y="928689"/>
            <a:ext cx="11916697" cy="5767080"/>
          </a:xfrm>
        </p:spPr>
        <p:txBody>
          <a:bodyPr>
            <a:normAutofit/>
          </a:bodyPr>
          <a:lstStyle/>
          <a:p>
            <a:r>
              <a:rPr lang="en-US" sz="1800" b="1" dirty="0">
                <a:solidFill>
                  <a:schemeClr val="tx1"/>
                </a:solidFill>
              </a:rPr>
              <a:t>What’s in the Paper: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800" dirty="0">
                <a:solidFill>
                  <a:schemeClr val="tx1"/>
                </a:solidFill>
              </a:rPr>
              <a:t>Developed a Parkinson’s disease detection system using voice signal analysis.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800" dirty="0">
                <a:solidFill>
                  <a:schemeClr val="tx1"/>
                </a:solidFill>
              </a:rPr>
              <a:t>Extracted voice features such as jitter, shimmer, and pitch frequency.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800" dirty="0">
                <a:solidFill>
                  <a:schemeClr val="tx1"/>
                </a:solidFill>
              </a:rPr>
              <a:t>Focused on low-latency, energy-efficient, and portable diagnosis solutions.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800" b="1" dirty="0">
                <a:solidFill>
                  <a:schemeClr val="tx1"/>
                </a:solidFill>
              </a:rPr>
              <a:t>Why It Is Good: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1800" dirty="0">
                <a:solidFill>
                  <a:schemeClr val="tx1"/>
                </a:solidFill>
              </a:rPr>
              <a:t>Non-invasive and early detection of Parkinson’s through speech signals.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1800" dirty="0">
                <a:solidFill>
                  <a:schemeClr val="tx1"/>
                </a:solidFill>
              </a:rPr>
              <a:t>Fully portable and FPGA-based low-power solution.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1800" dirty="0">
                <a:solidFill>
                  <a:schemeClr val="tx1"/>
                </a:solidFill>
              </a:rPr>
              <a:t>System is portable, enabling home-based or rural health diagnostics.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1800" b="1" dirty="0">
                <a:solidFill>
                  <a:schemeClr val="tx1"/>
                </a:solidFill>
              </a:rPr>
              <a:t>What Advancements We Can Do: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1800" dirty="0">
                <a:solidFill>
                  <a:schemeClr val="tx1"/>
                </a:solidFill>
              </a:rPr>
              <a:t>Incorporate deep learning models (like CNN, LSTM) for more robust voice pattern recognition.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1800" dirty="0">
                <a:solidFill>
                  <a:schemeClr val="tx1"/>
                </a:solidFill>
              </a:rPr>
              <a:t>Extend detection to other neurodegenerative or speech disorders.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1800" dirty="0">
                <a:solidFill>
                  <a:schemeClr val="tx1"/>
                </a:solidFill>
              </a:rPr>
              <a:t>Use model optimization techniques (quantization, pruning) for better resource efficiency on FPGA.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AF67EF3-F109-3D8A-6152-E00D7FD5704B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10358437" y="457199"/>
            <a:ext cx="1067589" cy="471489"/>
          </a:xfrm>
        </p:spPr>
        <p:txBody>
          <a:bodyPr/>
          <a:lstStyle/>
          <a:p>
            <a:fld id="{48F63A3B-78C7-47BE-AE5E-E10140E04643}" type="slidenum">
              <a:rPr lang="en-US" smtClean="0"/>
              <a:pPr/>
              <a:t>5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3029796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8940814-E686-0801-905E-AEFFD75BC07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FE55275-5534-A7F1-4F78-48C274BDEAA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67148" y="-274310"/>
            <a:ext cx="11916697" cy="1179868"/>
          </a:xfrm>
        </p:spPr>
        <p:txBody>
          <a:bodyPr>
            <a:noAutofit/>
          </a:bodyPr>
          <a:lstStyle/>
          <a:p>
            <a:pPr algn="ctr"/>
            <a:r>
              <a:rPr lang="en-US" sz="1400" dirty="0">
                <a:solidFill>
                  <a:schemeClr val="accent1">
                    <a:lumMod val="10000"/>
                  </a:schemeClr>
                </a:solidFill>
              </a:rPr>
              <a:t>Portable and Cost-Effective Handheld Ultrasound System Utilizing FPGA-Based</a:t>
            </a:r>
            <a:br>
              <a:rPr lang="en-US" sz="1400" dirty="0">
                <a:solidFill>
                  <a:schemeClr val="accent1">
                    <a:lumMod val="10000"/>
                  </a:schemeClr>
                </a:solidFill>
              </a:rPr>
            </a:br>
            <a:br>
              <a:rPr lang="en-US" sz="1400" dirty="0">
                <a:solidFill>
                  <a:schemeClr val="accent1">
                    <a:lumMod val="10000"/>
                  </a:schemeClr>
                </a:solidFill>
              </a:rPr>
            </a:br>
            <a:r>
              <a:rPr lang="en-US" sz="1400" dirty="0">
                <a:solidFill>
                  <a:schemeClr val="accent1">
                    <a:lumMod val="10000"/>
                  </a:schemeClr>
                </a:solidFill>
              </a:rPr>
              <a:t>Synthetic Aperture Imaging</a:t>
            </a:r>
            <a:endParaRPr lang="en-US" sz="1400" dirty="0">
              <a:solidFill>
                <a:schemeClr val="tx1"/>
              </a:solidFill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807B2E9-012F-DCFE-EDC8-83D23993A20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67148" y="928689"/>
            <a:ext cx="11916697" cy="5767080"/>
          </a:xfrm>
        </p:spPr>
        <p:txBody>
          <a:bodyPr>
            <a:normAutofit/>
          </a:bodyPr>
          <a:lstStyle/>
          <a:p>
            <a:r>
              <a:rPr lang="en-US" sz="1800" b="1" dirty="0">
                <a:solidFill>
                  <a:schemeClr val="tx1"/>
                </a:solidFill>
              </a:rPr>
              <a:t>What’s in the Paper: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800" dirty="0">
                <a:solidFill>
                  <a:schemeClr val="tx1"/>
                </a:solidFill>
              </a:rPr>
              <a:t>It focuses on handheld ultrasound system using SAI.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800" dirty="0">
                <a:solidFill>
                  <a:schemeClr val="tx1"/>
                </a:solidFill>
              </a:rPr>
              <a:t>It used the DSP and doppler method and B-SCAN methods for  image processing.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800" dirty="0">
                <a:solidFill>
                  <a:schemeClr val="tx1"/>
                </a:solidFill>
              </a:rPr>
              <a:t>It is mainly focused on the simple handled ultrasound scanning device.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800" b="1" dirty="0">
                <a:solidFill>
                  <a:schemeClr val="tx1"/>
                </a:solidFill>
              </a:rPr>
              <a:t>Why It Is Good: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1800" dirty="0">
                <a:solidFill>
                  <a:schemeClr val="tx1"/>
                </a:solidFill>
              </a:rPr>
              <a:t>Very useful for remote areas.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1800" dirty="0">
                <a:solidFill>
                  <a:schemeClr val="tx1"/>
                </a:solidFill>
              </a:rPr>
              <a:t>Low Cost FPGA implementation.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1800" dirty="0">
                <a:solidFill>
                  <a:schemeClr val="tx1"/>
                </a:solidFill>
              </a:rPr>
              <a:t>Whole operations are done in a single probe.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1800" b="1" dirty="0">
                <a:solidFill>
                  <a:schemeClr val="tx1"/>
                </a:solidFill>
              </a:rPr>
              <a:t>What Advancements We Can Do: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1800" dirty="0">
                <a:solidFill>
                  <a:schemeClr val="tx1"/>
                </a:solidFill>
              </a:rPr>
              <a:t>This can be used as input taking device for devices that required for diseases which need ultrasound imaging.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1800" dirty="0">
                <a:solidFill>
                  <a:schemeClr val="tx1"/>
                </a:solidFill>
              </a:rPr>
              <a:t>By increasing the specs of FPGA we can implement both </a:t>
            </a:r>
            <a:r>
              <a:rPr lang="en-US" sz="1800" dirty="0" err="1">
                <a:solidFill>
                  <a:schemeClr val="tx1"/>
                </a:solidFill>
              </a:rPr>
              <a:t>i</a:t>
            </a:r>
            <a:r>
              <a:rPr lang="en-US" sz="1800" dirty="0">
                <a:solidFill>
                  <a:schemeClr val="tx1"/>
                </a:solidFill>
              </a:rPr>
              <a:t>/p and o/p on board.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1800" dirty="0">
                <a:solidFill>
                  <a:schemeClr val="tx1"/>
                </a:solidFill>
              </a:rPr>
              <a:t>Use model optimization techniques (quantization, pruning) for better resource efficiency on FPGA.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2F34D23-60B1-F689-9C3C-5D8676C288FC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10358437" y="457199"/>
            <a:ext cx="1067589" cy="471489"/>
          </a:xfrm>
        </p:spPr>
        <p:txBody>
          <a:bodyPr/>
          <a:lstStyle/>
          <a:p>
            <a:fld id="{48F63A3B-78C7-47BE-AE5E-E10140E04643}" type="slidenum">
              <a:rPr lang="en-US" smtClean="0"/>
              <a:pPr/>
              <a:t>6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3464176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A430BAB-90E1-131E-BD75-1F14DF123F5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FE05E52-F34F-9FF0-1DE0-1810981FB66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-472637"/>
            <a:ext cx="11916697" cy="1179868"/>
          </a:xfrm>
        </p:spPr>
        <p:txBody>
          <a:bodyPr>
            <a:noAutofit/>
          </a:bodyPr>
          <a:lstStyle/>
          <a:p>
            <a:pPr algn="ctr"/>
            <a:r>
              <a:rPr lang="en-US" sz="1400" dirty="0">
                <a:solidFill>
                  <a:schemeClr val="accent1">
                    <a:lumMod val="10000"/>
                  </a:schemeClr>
                </a:solidFill>
              </a:rPr>
              <a:t>FPGA SoC Implementation of Adaptive Deep Neural Network-Based Multimodal Edge Intelligence for Internet of Medical Things (IoMT)    [INSPIRATIONAL PURPOSE ]</a:t>
            </a:r>
            <a:endParaRPr lang="en-US" sz="1400" dirty="0">
              <a:solidFill>
                <a:schemeClr val="tx1"/>
              </a:solidFill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90EE38C-8A95-AA65-8DF9-3A4CD0C34E6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67148" y="928689"/>
            <a:ext cx="11916697" cy="5767080"/>
          </a:xfrm>
        </p:spPr>
        <p:txBody>
          <a:bodyPr>
            <a:normAutofit fontScale="92500" lnSpcReduction="10000"/>
          </a:bodyPr>
          <a:lstStyle/>
          <a:p>
            <a:r>
              <a:rPr lang="en-US" sz="1800" b="1" dirty="0">
                <a:solidFill>
                  <a:schemeClr val="tx1"/>
                </a:solidFill>
              </a:rPr>
              <a:t>What’s in the Paper:</a:t>
            </a:r>
          </a:p>
          <a:p>
            <a:pPr marL="285750" lvl="0" indent="-28575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en-US" altLang="en-US" sz="1800" dirty="0">
                <a:solidFill>
                  <a:schemeClr val="tx1"/>
                </a:solidFill>
              </a:rPr>
              <a:t>Developed a Multimodal Edge Intelligence System for healthcare using adaptive deep neural networks (DNNs).</a:t>
            </a:r>
          </a:p>
          <a:p>
            <a:pPr marL="285750" lvl="0" indent="-28575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endParaRPr lang="en-US" altLang="en-US" sz="1800" dirty="0">
              <a:solidFill>
                <a:schemeClr val="tx1"/>
              </a:solidFill>
            </a:endParaRPr>
          </a:p>
          <a:p>
            <a:pPr marL="285750" lvl="0" indent="-28575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en-US" altLang="en-US" sz="1800" dirty="0">
                <a:solidFill>
                  <a:schemeClr val="tx1"/>
                </a:solidFill>
              </a:rPr>
              <a:t>Implemented the complete model on an FPGA-based System on Chip (SoC) for real-time, low-power edge computing.</a:t>
            </a:r>
          </a:p>
          <a:p>
            <a:pPr marL="285750" lvl="0" indent="-28575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endParaRPr lang="en-US" altLang="en-US" sz="1800" dirty="0">
              <a:solidFill>
                <a:schemeClr val="tx1"/>
              </a:solidFill>
            </a:endParaRPr>
          </a:p>
          <a:p>
            <a:pPr marL="285750" lvl="0" indent="-28575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en-US" altLang="en-US" sz="1800" dirty="0">
                <a:solidFill>
                  <a:schemeClr val="tx1"/>
                </a:solidFill>
              </a:rPr>
              <a:t>Integrated multiple data modalities: audio, image, and text for robust decision-making.</a:t>
            </a:r>
          </a:p>
          <a:p>
            <a:pPr marL="285750" lvl="0" indent="-28575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endParaRPr lang="en-US" altLang="en-US" sz="1800" dirty="0">
              <a:solidFill>
                <a:schemeClr val="tx1"/>
              </a:solidFill>
            </a:endParaRPr>
          </a:p>
          <a:p>
            <a:pPr marL="285750" lvl="0" indent="-28575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en-US" altLang="en-US" sz="1800" dirty="0">
                <a:solidFill>
                  <a:schemeClr val="tx1"/>
                </a:solidFill>
              </a:rPr>
              <a:t>Designed a dynamic neural network selection mechanism that adjusts model depth/complexity based on input and available hardware resources.</a:t>
            </a:r>
          </a:p>
          <a:p>
            <a:pPr marL="285750" lvl="0" indent="-28575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en-US" altLang="en-US" sz="1800" dirty="0">
                <a:solidFill>
                  <a:schemeClr val="tx1"/>
                </a:solidFill>
              </a:rPr>
              <a:t>Targeted for </a:t>
            </a:r>
            <a:r>
              <a:rPr lang="en-US" altLang="en-US" sz="1800" b="1" dirty="0">
                <a:solidFill>
                  <a:schemeClr val="tx1"/>
                </a:solidFill>
              </a:rPr>
              <a:t>Internet of Medical Things (IoMT) </a:t>
            </a:r>
            <a:r>
              <a:rPr lang="en-US" altLang="en-US" sz="1800" dirty="0">
                <a:solidFill>
                  <a:schemeClr val="tx1"/>
                </a:solidFill>
              </a:rPr>
              <a:t>to enable remote, real-time, intelligent diagnosis.</a:t>
            </a:r>
          </a:p>
          <a:p>
            <a:pPr marL="285750" lvl="0" indent="-28575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endParaRPr lang="en-US" altLang="en-US" sz="1800" dirty="0">
              <a:solidFill>
                <a:schemeClr val="tx1"/>
              </a:solidFill>
            </a:endParaRPr>
          </a:p>
          <a:p>
            <a:r>
              <a:rPr lang="en-US" sz="1800" b="1" dirty="0">
                <a:solidFill>
                  <a:schemeClr val="tx1"/>
                </a:solidFill>
              </a:rPr>
              <a:t>Why It Is Good:</a:t>
            </a:r>
          </a:p>
          <a:p>
            <a:endParaRPr lang="en-US" sz="1800" b="1" dirty="0">
              <a:solidFill>
                <a:schemeClr val="tx1"/>
              </a:solidFill>
            </a:endParaRPr>
          </a:p>
          <a:p>
            <a:pPr lv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altLang="en-US" sz="1800" dirty="0">
                <a:solidFill>
                  <a:schemeClr val="tx1"/>
                </a:solidFill>
              </a:rPr>
              <a:t>Combines </a:t>
            </a:r>
            <a:r>
              <a:rPr lang="en-US" altLang="en-US" sz="1800" b="1" dirty="0">
                <a:solidFill>
                  <a:schemeClr val="tx1"/>
                </a:solidFill>
              </a:rPr>
              <a:t>AI + Edge Computing + IoMT + FPGA</a:t>
            </a:r>
            <a:r>
              <a:rPr lang="en-US" altLang="en-US" sz="1800" dirty="0">
                <a:solidFill>
                  <a:schemeClr val="tx1"/>
                </a:solidFill>
              </a:rPr>
              <a:t>, covering all hot research domains in healthcare tech.</a:t>
            </a:r>
          </a:p>
          <a:p>
            <a:pPr lv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endParaRPr lang="en-US" altLang="en-US" sz="1800" dirty="0">
              <a:solidFill>
                <a:schemeClr val="tx1"/>
              </a:solidFill>
            </a:endParaRPr>
          </a:p>
          <a:p>
            <a:pPr lv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altLang="en-US" sz="1800" dirty="0">
                <a:solidFill>
                  <a:schemeClr val="tx1"/>
                </a:solidFill>
              </a:rPr>
              <a:t>The system is </a:t>
            </a:r>
            <a:r>
              <a:rPr lang="en-US" altLang="en-US" sz="1800" b="1" dirty="0">
                <a:solidFill>
                  <a:schemeClr val="tx1"/>
                </a:solidFill>
              </a:rPr>
              <a:t>adaptive</a:t>
            </a:r>
            <a:r>
              <a:rPr lang="en-US" altLang="en-US" sz="1800" dirty="0">
                <a:solidFill>
                  <a:schemeClr val="tx1"/>
                </a:solidFill>
              </a:rPr>
              <a:t>, meaning it changes based on constraints like battery life, urgency, or network conditions.</a:t>
            </a:r>
          </a:p>
          <a:p>
            <a:pPr lv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endParaRPr lang="en-US" altLang="en-US" sz="1800" dirty="0">
              <a:solidFill>
                <a:schemeClr val="tx1"/>
              </a:solidFill>
            </a:endParaRPr>
          </a:p>
          <a:p>
            <a:pPr lv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altLang="en-US" sz="1800" dirty="0">
                <a:solidFill>
                  <a:schemeClr val="tx1"/>
                </a:solidFill>
              </a:rPr>
              <a:t>Shows complete implementation from </a:t>
            </a:r>
            <a:r>
              <a:rPr lang="en-US" altLang="en-US" sz="1800" b="1" dirty="0">
                <a:solidFill>
                  <a:schemeClr val="tx1"/>
                </a:solidFill>
              </a:rPr>
              <a:t>data fusion to classification</a:t>
            </a:r>
            <a:r>
              <a:rPr lang="en-US" altLang="en-US" sz="1800" dirty="0">
                <a:solidFill>
                  <a:schemeClr val="tx1"/>
                </a:solidFill>
              </a:rPr>
              <a:t>—not just a simulation or partial proof.</a:t>
            </a:r>
          </a:p>
          <a:p>
            <a:pPr lv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endParaRPr lang="en-US" altLang="en-US" sz="1800" dirty="0">
              <a:solidFill>
                <a:schemeClr val="tx1"/>
              </a:solidFill>
            </a:endParaRPr>
          </a:p>
          <a:p>
            <a:pPr lv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altLang="en-US" sz="1800" dirty="0">
                <a:solidFill>
                  <a:schemeClr val="tx1"/>
                </a:solidFill>
              </a:rPr>
              <a:t>Real-world application in </a:t>
            </a:r>
            <a:r>
              <a:rPr lang="en-US" altLang="en-US" sz="1800" b="1" dirty="0">
                <a:solidFill>
                  <a:schemeClr val="tx1"/>
                </a:solidFill>
              </a:rPr>
              <a:t>wearables</a:t>
            </a:r>
            <a:r>
              <a:rPr lang="en-US" altLang="en-US" sz="1800" dirty="0">
                <a:solidFill>
                  <a:schemeClr val="tx1"/>
                </a:solidFill>
              </a:rPr>
              <a:t>, </a:t>
            </a:r>
            <a:r>
              <a:rPr lang="en-US" altLang="en-US" sz="1800" b="1" dirty="0">
                <a:solidFill>
                  <a:schemeClr val="tx1"/>
                </a:solidFill>
              </a:rPr>
              <a:t>smart hospitals</a:t>
            </a:r>
            <a:r>
              <a:rPr lang="en-US" altLang="en-US" sz="1800" dirty="0">
                <a:solidFill>
                  <a:schemeClr val="tx1"/>
                </a:solidFill>
              </a:rPr>
              <a:t>, or </a:t>
            </a:r>
            <a:r>
              <a:rPr lang="en-US" altLang="en-US" sz="1800" b="1" dirty="0">
                <a:solidFill>
                  <a:schemeClr val="tx1"/>
                </a:solidFill>
              </a:rPr>
              <a:t>rural health kits</a:t>
            </a:r>
            <a:r>
              <a:rPr lang="en-US" altLang="en-US" sz="1800" dirty="0">
                <a:solidFill>
                  <a:schemeClr val="tx1"/>
                </a:solidFill>
              </a:rPr>
              <a:t>.</a:t>
            </a:r>
          </a:p>
          <a:p>
            <a:pPr lv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endParaRPr lang="en-US" altLang="en-US" sz="1800" dirty="0">
              <a:solidFill>
                <a:schemeClr val="tx1"/>
              </a:solidFill>
            </a:endParaRPr>
          </a:p>
          <a:p>
            <a:pPr lv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altLang="en-US" sz="1800" dirty="0">
                <a:solidFill>
                  <a:schemeClr val="tx1"/>
                </a:solidFill>
              </a:rPr>
              <a:t>Efficiently handles </a:t>
            </a:r>
            <a:r>
              <a:rPr lang="en-US" altLang="en-US" sz="1800" b="1" dirty="0">
                <a:solidFill>
                  <a:schemeClr val="tx1"/>
                </a:solidFill>
              </a:rPr>
              <a:t>multimodal data</a:t>
            </a:r>
            <a:r>
              <a:rPr lang="en-US" altLang="en-US" sz="1800" dirty="0">
                <a:solidFill>
                  <a:schemeClr val="tx1"/>
                </a:solidFill>
              </a:rPr>
              <a:t>, which is rarely done in a single embedded system.</a:t>
            </a:r>
          </a:p>
          <a:p>
            <a:pPr lv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endParaRPr lang="en-US" altLang="en-US" sz="1800" dirty="0">
              <a:solidFill>
                <a:schemeClr val="tx1"/>
              </a:solidFill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139018D-E80D-5833-503C-FE2F12791193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10358437" y="457199"/>
            <a:ext cx="1067589" cy="471489"/>
          </a:xfrm>
        </p:spPr>
        <p:txBody>
          <a:bodyPr/>
          <a:lstStyle/>
          <a:p>
            <a:fld id="{48F63A3B-78C7-47BE-AE5E-E10140E04643}" type="slidenum">
              <a:rPr lang="en-US" smtClean="0"/>
              <a:pPr/>
              <a:t>7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2527498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CA1A747-5DD4-8621-40CC-B09EBA464A4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3035517-0171-7528-5754-1EA33B4FB38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-472637"/>
            <a:ext cx="11916697" cy="1179868"/>
          </a:xfrm>
        </p:spPr>
        <p:txBody>
          <a:bodyPr>
            <a:noAutofit/>
          </a:bodyPr>
          <a:lstStyle/>
          <a:p>
            <a:pPr algn="ctr"/>
            <a:r>
              <a:rPr lang="en-US" sz="1400" dirty="0">
                <a:solidFill>
                  <a:schemeClr val="accent1">
                    <a:lumMod val="10000"/>
                  </a:schemeClr>
                </a:solidFill>
              </a:rPr>
              <a:t>FPGA SoC Implementation of Adaptive Deep Neural Network-Based Multimodal Edge Intelligence for Internet of Medical Things (IoMT)    [INSPIRATIONAL PURPOSE ]</a:t>
            </a:r>
            <a:endParaRPr lang="en-US" sz="1400" dirty="0">
              <a:solidFill>
                <a:schemeClr val="tx1"/>
              </a:solidFill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FF6677D-1A50-7EB6-ADDB-82DF32F636F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67148" y="928689"/>
            <a:ext cx="11916697" cy="5767080"/>
          </a:xfrm>
        </p:spPr>
        <p:txBody>
          <a:bodyPr>
            <a:norm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1800" b="1" dirty="0">
                <a:solidFill>
                  <a:schemeClr val="tx1"/>
                </a:solidFill>
              </a:rPr>
              <a:t>What Advancements We Can Do:</a:t>
            </a:r>
          </a:p>
          <a:p>
            <a:pPr lv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altLang="en-US" sz="1800" dirty="0">
                <a:solidFill>
                  <a:schemeClr val="tx1"/>
                </a:solidFill>
              </a:rPr>
              <a:t>Extend the platform with </a:t>
            </a:r>
            <a:r>
              <a:rPr lang="en-US" altLang="en-US" sz="1800" b="1" dirty="0">
                <a:solidFill>
                  <a:schemeClr val="tx1"/>
                </a:solidFill>
              </a:rPr>
              <a:t>custom hardware accelerators (e.g., for LSTM or transformer blocks)</a:t>
            </a:r>
            <a:r>
              <a:rPr lang="en-US" altLang="en-US" sz="1800" dirty="0">
                <a:solidFill>
                  <a:schemeClr val="tx1"/>
                </a:solidFill>
              </a:rPr>
              <a:t>.</a:t>
            </a:r>
          </a:p>
          <a:p>
            <a:pPr lv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endParaRPr lang="en-US" altLang="en-US" sz="1800" dirty="0">
              <a:solidFill>
                <a:schemeClr val="tx1"/>
              </a:solidFill>
            </a:endParaRPr>
          </a:p>
          <a:p>
            <a:pPr lv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altLang="en-US" sz="1800" dirty="0">
                <a:solidFill>
                  <a:schemeClr val="tx1"/>
                </a:solidFill>
              </a:rPr>
              <a:t>Further optimize with </a:t>
            </a:r>
            <a:r>
              <a:rPr lang="en-US" altLang="en-US" sz="1800" b="1" dirty="0" err="1">
                <a:solidFill>
                  <a:schemeClr val="tx1"/>
                </a:solidFill>
              </a:rPr>
              <a:t>TinyML</a:t>
            </a:r>
            <a:r>
              <a:rPr lang="en-US" altLang="en-US" sz="1800" dirty="0">
                <a:solidFill>
                  <a:schemeClr val="tx1"/>
                </a:solidFill>
              </a:rPr>
              <a:t>, making it usable on even more constrained devices.</a:t>
            </a:r>
          </a:p>
          <a:p>
            <a:pPr lv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endParaRPr lang="en-US" altLang="en-US" sz="1800" dirty="0">
              <a:solidFill>
                <a:schemeClr val="tx1"/>
              </a:solidFill>
            </a:endParaRPr>
          </a:p>
          <a:p>
            <a:pPr lv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altLang="en-US" sz="1800" dirty="0">
                <a:solidFill>
                  <a:schemeClr val="tx1"/>
                </a:solidFill>
              </a:rPr>
              <a:t>Incorporate </a:t>
            </a:r>
            <a:r>
              <a:rPr lang="en-US" altLang="en-US" sz="1800" b="1" dirty="0">
                <a:solidFill>
                  <a:schemeClr val="tx1"/>
                </a:solidFill>
              </a:rPr>
              <a:t>security modules</a:t>
            </a:r>
            <a:r>
              <a:rPr lang="en-US" altLang="en-US" sz="1800" dirty="0">
                <a:solidFill>
                  <a:schemeClr val="tx1"/>
                </a:solidFill>
              </a:rPr>
              <a:t> (encryption, secure boot) to make it deployable in commercial medical IoT networks.</a:t>
            </a:r>
          </a:p>
          <a:p>
            <a:pPr lv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endParaRPr lang="en-US" altLang="en-US" sz="1800" dirty="0">
              <a:solidFill>
                <a:schemeClr val="tx1"/>
              </a:solidFill>
            </a:endParaRPr>
          </a:p>
          <a:p>
            <a:pPr lv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altLang="en-US" sz="1800" dirty="0">
                <a:solidFill>
                  <a:schemeClr val="tx1"/>
                </a:solidFill>
              </a:rPr>
              <a:t>Train the system on </a:t>
            </a:r>
            <a:r>
              <a:rPr lang="en-US" altLang="en-US" sz="1800" b="1" dirty="0">
                <a:solidFill>
                  <a:schemeClr val="tx1"/>
                </a:solidFill>
              </a:rPr>
              <a:t>regional datasets (e.g., Indian medical data)</a:t>
            </a:r>
            <a:r>
              <a:rPr lang="en-US" altLang="en-US" sz="1800" dirty="0">
                <a:solidFill>
                  <a:schemeClr val="tx1"/>
                </a:solidFill>
              </a:rPr>
              <a:t> to make it more locally applicable.</a:t>
            </a:r>
          </a:p>
          <a:p>
            <a:pPr marL="285750" lvl="0" indent="-28575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endParaRPr lang="en-US" altLang="en-US" sz="1800" dirty="0">
              <a:solidFill>
                <a:schemeClr val="tx1"/>
              </a:solidFill>
            </a:endParaRPr>
          </a:p>
          <a:p>
            <a:pPr lv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endParaRPr lang="en-US" altLang="en-US" sz="1800" dirty="0">
              <a:solidFill>
                <a:schemeClr val="tx1"/>
              </a:solidFill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ECBA246-28C4-F0CD-A96D-1DA1BF217A50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10358437" y="457199"/>
            <a:ext cx="1067589" cy="471489"/>
          </a:xfrm>
        </p:spPr>
        <p:txBody>
          <a:bodyPr/>
          <a:lstStyle/>
          <a:p>
            <a:fld id="{48F63A3B-78C7-47BE-AE5E-E10140E04643}" type="slidenum">
              <a:rPr lang="en-US" smtClean="0"/>
              <a:pPr/>
              <a:t>8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5624635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77BF241-8B47-37ED-DD30-4F1B8D74F19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8F1F70A-1CF7-540B-44BB-B0D353FCCFF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42451" y="1166424"/>
            <a:ext cx="3800115" cy="566348"/>
          </a:xfrm>
        </p:spPr>
        <p:txBody>
          <a:bodyPr/>
          <a:lstStyle/>
          <a:p>
            <a:r>
              <a:rPr lang="en-US" sz="2000" b="0" dirty="0">
                <a:solidFill>
                  <a:schemeClr val="accent1">
                    <a:lumMod val="25000"/>
                  </a:schemeClr>
                </a:solidFill>
                <a:latin typeface="Lucida Handwriting" panose="03010101010101010101" pitchFamily="66" charset="0"/>
              </a:rPr>
              <a:t>Summary</a:t>
            </a:r>
          </a:p>
        </p:txBody>
      </p:sp>
      <p:sp>
        <p:nvSpPr>
          <p:cNvPr id="6" name="Rectangle 3">
            <a:extLst>
              <a:ext uri="{FF2B5EF4-FFF2-40B4-BE49-F238E27FC236}">
                <a16:creationId xmlns:a16="http://schemas.microsoft.com/office/drawing/2014/main" id="{F57EB03E-4FAF-A087-1134-6656F3D6B721}"/>
              </a:ext>
            </a:extLst>
          </p:cNvPr>
          <p:cNvSpPr>
            <a:spLocks noGrp="1" noChangeArrowheads="1"/>
          </p:cNvSpPr>
          <p:nvPr>
            <p:ph type="subTitle" idx="1"/>
          </p:nvPr>
        </p:nvSpPr>
        <p:spPr bwMode="auto">
          <a:xfrm>
            <a:off x="442451" y="1732772"/>
            <a:ext cx="10528080" cy="424731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 dirty="0">
                <a:solidFill>
                  <a:schemeClr val="tx1"/>
                </a:solidFill>
              </a:rPr>
              <a:t>After studying these papers, I have realized that there are significant developments in the medical industry, especially with the integration of </a:t>
            </a:r>
            <a:r>
              <a:rPr lang="en-US" sz="2000" b="1" dirty="0">
                <a:solidFill>
                  <a:schemeClr val="tx1"/>
                </a:solidFill>
              </a:rPr>
              <a:t>FPGA-based systems</a:t>
            </a:r>
            <a:r>
              <a:rPr lang="en-US" sz="2000" dirty="0">
                <a:solidFill>
                  <a:schemeClr val="tx1"/>
                </a:solidFill>
              </a:rPr>
              <a:t>. Almost every project incorporates </a:t>
            </a:r>
            <a:r>
              <a:rPr lang="en-US" sz="2000" b="1" dirty="0">
                <a:solidFill>
                  <a:schemeClr val="tx1"/>
                </a:solidFill>
              </a:rPr>
              <a:t>machine learning (ML)</a:t>
            </a:r>
            <a:r>
              <a:rPr lang="en-US" sz="2000" dirty="0">
                <a:solidFill>
                  <a:schemeClr val="tx1"/>
                </a:solidFill>
              </a:rPr>
              <a:t> or </a:t>
            </a:r>
            <a:r>
              <a:rPr lang="en-US" sz="2000" b="1" dirty="0">
                <a:solidFill>
                  <a:schemeClr val="tx1"/>
                </a:solidFill>
              </a:rPr>
              <a:t>deep learning (DL)</a:t>
            </a:r>
            <a:r>
              <a:rPr lang="en-US" sz="2000" dirty="0">
                <a:solidFill>
                  <a:schemeClr val="tx1"/>
                </a:solidFill>
              </a:rPr>
              <a:t> techniques to utilize hardware more efficiently.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 dirty="0">
                <a:solidFill>
                  <a:schemeClr val="tx1"/>
                </a:solidFill>
              </a:rPr>
              <a:t>In each paper we discussed, there's potential to incorporate improved </a:t>
            </a:r>
            <a:r>
              <a:rPr lang="en-US" sz="2000" b="1" dirty="0">
                <a:solidFill>
                  <a:schemeClr val="tx1"/>
                </a:solidFill>
              </a:rPr>
              <a:t>Deep Neural Networks (DNNs)</a:t>
            </a:r>
            <a:r>
              <a:rPr lang="en-US" sz="2000" dirty="0">
                <a:solidFill>
                  <a:schemeClr val="tx1"/>
                </a:solidFill>
              </a:rPr>
              <a:t> or </a:t>
            </a:r>
            <a:r>
              <a:rPr lang="en-US" sz="2000" b="1" dirty="0">
                <a:solidFill>
                  <a:schemeClr val="tx1"/>
                </a:solidFill>
              </a:rPr>
              <a:t>Recurrent Neural Networks (RNNs)</a:t>
            </a:r>
            <a:r>
              <a:rPr lang="en-US" sz="2000" dirty="0">
                <a:solidFill>
                  <a:schemeClr val="tx1"/>
                </a:solidFill>
              </a:rPr>
              <a:t> to further enhance the accuracy of the results. From a hardware perspective, </a:t>
            </a:r>
            <a:r>
              <a:rPr lang="en-US" sz="2000" b="1" dirty="0">
                <a:solidFill>
                  <a:schemeClr val="tx1"/>
                </a:solidFill>
              </a:rPr>
              <a:t>hardware acceleration</a:t>
            </a:r>
            <a:r>
              <a:rPr lang="en-US" sz="2000" dirty="0">
                <a:solidFill>
                  <a:schemeClr val="tx1"/>
                </a:solidFill>
              </a:rPr>
              <a:t> for CNNs or other deep learning algorithms can also improve performance and efficiency.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 dirty="0">
                <a:solidFill>
                  <a:schemeClr val="tx1"/>
                </a:solidFill>
              </a:rPr>
              <a:t>While most of these projects are already well-developed and optimized for their specific purposes, what we can do is focus on </a:t>
            </a:r>
            <a:r>
              <a:rPr lang="en-US" sz="2000" b="1" dirty="0">
                <a:solidFill>
                  <a:schemeClr val="tx1"/>
                </a:solidFill>
              </a:rPr>
              <a:t>real-time medical problems or diseases</a:t>
            </a:r>
            <a:r>
              <a:rPr lang="en-US" sz="2000" dirty="0">
                <a:solidFill>
                  <a:schemeClr val="tx1"/>
                </a:solidFill>
              </a:rPr>
              <a:t> within the same domain or other fields. With the experience and insights gained from these studies, we can design a solution by following a similar approach—combining ML/DL models with FPGA for medical applications that still lack efficient solutions.</a:t>
            </a:r>
          </a:p>
        </p:txBody>
      </p:sp>
    </p:spTree>
    <p:extLst>
      <p:ext uri="{BB962C8B-B14F-4D97-AF65-F5344CB8AC3E}">
        <p14:creationId xmlns:p14="http://schemas.microsoft.com/office/powerpoint/2010/main" val="209978796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09D22C5-0C9E-B582-A8FE-B45E70A01E7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914400" y="849782"/>
            <a:ext cx="7708489" cy="2727709"/>
          </a:xfrm>
        </p:spPr>
        <p:txBody>
          <a:bodyPr/>
          <a:lstStyle/>
          <a:p>
            <a:r>
              <a:rPr lang="en-US" dirty="0"/>
              <a:t>Thank </a:t>
            </a:r>
            <a:br>
              <a:rPr lang="en-US" dirty="0"/>
            </a:br>
            <a:r>
              <a:rPr lang="en-US" dirty="0"/>
              <a:t>you</a:t>
            </a:r>
          </a:p>
        </p:txBody>
      </p:sp>
    </p:spTree>
    <p:extLst>
      <p:ext uri="{BB962C8B-B14F-4D97-AF65-F5344CB8AC3E}">
        <p14:creationId xmlns:p14="http://schemas.microsoft.com/office/powerpoint/2010/main" val="1973173046"/>
      </p:ext>
    </p:extLst>
  </p:cSld>
  <p:clrMapOvr>
    <a:masterClrMapping/>
  </p:clrMapOvr>
</p:sld>
</file>

<file path=ppt/theme/theme1.xml><?xml version="1.0" encoding="utf-8"?>
<a:theme xmlns:a="http://schemas.openxmlformats.org/drawingml/2006/main" name="Custom">
  <a:themeElements>
    <a:clrScheme name="Custom 13">
      <a:dk1>
        <a:srgbClr val="000000"/>
      </a:dk1>
      <a:lt1>
        <a:srgbClr val="FDFAF6"/>
      </a:lt1>
      <a:dk2>
        <a:srgbClr val="44546A"/>
      </a:dk2>
      <a:lt2>
        <a:srgbClr val="E7E6E6"/>
      </a:lt2>
      <a:accent1>
        <a:srgbClr val="F5CDCE"/>
      </a:accent1>
      <a:accent2>
        <a:srgbClr val="DE8C8C"/>
      </a:accent2>
      <a:accent3>
        <a:srgbClr val="AAC3E8"/>
      </a:accent3>
      <a:accent4>
        <a:srgbClr val="D2D592"/>
      </a:accent4>
      <a:accent5>
        <a:srgbClr val="CCBE89"/>
      </a:accent5>
      <a:accent6>
        <a:srgbClr val="1F2C8F"/>
      </a:accent6>
      <a:hlink>
        <a:srgbClr val="1F2C8F"/>
      </a:hlink>
      <a:folHlink>
        <a:srgbClr val="AAC3E9"/>
      </a:folHlink>
    </a:clrScheme>
    <a:fontScheme name="Custom 22">
      <a:majorFont>
        <a:latin typeface="Arial Black"/>
        <a:ea typeface=""/>
        <a:cs typeface=""/>
      </a:majorFont>
      <a:minorFont>
        <a:latin typeface="Sabon Next LT"/>
        <a:ea typeface=""/>
        <a:cs typeface="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Geometric color block_Win32_SL_v14" id="{59749740-91A0-46B8-82A8-B436C7A8A142}" vid="{B3F8D047-377B-4FC8-B21C-47530C6DE3AB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79F111ED35F8CC479449609E8A0923A6" ma:contentTypeVersion="28" ma:contentTypeDescription="Create a new document." ma:contentTypeScope="" ma:versionID="60f5a4f2d2b0abadcf532d48ebf9cb71">
  <xsd:schema xmlns:xsd="http://www.w3.org/2001/XMLSchema" xmlns:xs="http://www.w3.org/2001/XMLSchema" xmlns:p="http://schemas.microsoft.com/office/2006/metadata/properties" xmlns:ns1="http://schemas.microsoft.com/sharepoint/v3" xmlns:ns2="71af3243-3dd4-4a8d-8c0d-dd76da1f02a5" xmlns:ns3="16c05727-aa75-4e4a-9b5f-8a80a1165891" xmlns:ns4="230e9df3-be65-4c73-a93b-d1236ebd677e" targetNamespace="http://schemas.microsoft.com/office/2006/metadata/properties" ma:root="true" ma:fieldsID="7dd78129e6a1811f84807ad11c651531" ns1:_="" ns2:_="" ns3:_="" ns4:_="">
    <xsd:import namespace="http://schemas.microsoft.com/sharepoint/v3"/>
    <xsd:import namespace="71af3243-3dd4-4a8d-8c0d-dd76da1f02a5"/>
    <xsd:import namespace="16c05727-aa75-4e4a-9b5f-8a80a1165891"/>
    <xsd:import namespace="230e9df3-be65-4c73-a93b-d1236ebd677e"/>
    <xsd:element name="properties">
      <xsd:complexType>
        <xsd:sequence>
          <xsd:element name="documentManagement">
            <xsd:complexType>
              <xsd:all>
                <xsd:element ref="ns2:Status" minOccurs="0"/>
                <xsd:element ref="ns2:Image" minOccurs="0"/>
                <xsd:element ref="ns2:MediaServiceMetadata" minOccurs="0"/>
                <xsd:element ref="ns2:MediaServiceFastMetadata" minOccurs="0"/>
                <xsd:element ref="ns2:MediaServiceOCR" minOccurs="0"/>
                <xsd:element ref="ns2:MediaServiceAutoTags" minOccurs="0"/>
                <xsd:element ref="ns2:MediaServiceEventHashCode" minOccurs="0"/>
                <xsd:element ref="ns2:MediaServiceGenerationTime" minOccurs="0"/>
                <xsd:element ref="ns3:SharedWithUsers" minOccurs="0"/>
                <xsd:element ref="ns3:SharedWithDetails" minOccurs="0"/>
                <xsd:element ref="ns2:MediaServiceAutoKeyPoints" minOccurs="0"/>
                <xsd:element ref="ns2:MediaServiceKeyPoints" minOccurs="0"/>
                <xsd:element ref="ns2:MediaServiceDateTaken" minOccurs="0"/>
                <xsd:element ref="ns1:_ip_UnifiedCompliancePolicyProperties" minOccurs="0"/>
                <xsd:element ref="ns1:_ip_UnifiedCompliancePolicyUIAction" minOccurs="0"/>
                <xsd:element ref="ns4:TaxCatchAll" minOccurs="0"/>
                <xsd:element ref="ns2:ImageTagsTaxHTField" minOccurs="0"/>
                <xsd:element ref="ns2:MediaServiceLocation" minOccurs="0"/>
                <xsd:element ref="ns2:MediaLengthInSeconds" minOccurs="0"/>
                <xsd:element ref="ns2:Background" minOccurs="0"/>
                <xsd:element ref="ns2:MediaServiceSearchProperties" minOccurs="0"/>
                <xsd:element ref="ns2:MediaServiceDocTags" minOccurs="0"/>
                <xsd:element ref="ns2:MediaServiceObjectDetectorVersions" minOccurs="0"/>
                <xsd:element ref="ns2:MediaServiceSystemTag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http://schemas.microsoft.com/sharepoint/v3" elementFormDefault="qualified">
    <xsd:import namespace="http://schemas.microsoft.com/office/2006/documentManagement/types"/>
    <xsd:import namespace="http://schemas.microsoft.com/office/infopath/2007/PartnerControls"/>
    <xsd:element name="_ip_UnifiedCompliancePolicyProperties" ma:index="20" nillable="true" ma:displayName="Unified Compliance Policy Properties" ma:hidden="true" ma:internalName="_ip_UnifiedCompliancePolicyProperties" ma:readOnly="false">
      <xsd:simpleType>
        <xsd:restriction base="dms:Note"/>
      </xsd:simpleType>
    </xsd:element>
    <xsd:element name="_ip_UnifiedCompliancePolicyUIAction" ma:index="21" nillable="true" ma:displayName="Unified Compliance Policy UI Action" ma:hidden="true" ma:internalName="_ip_UnifiedCompliancePolicyUIAction" ma:readOnly="fals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1af3243-3dd4-4a8d-8c0d-dd76da1f02a5" elementFormDefault="qualified">
    <xsd:import namespace="http://schemas.microsoft.com/office/2006/documentManagement/types"/>
    <xsd:import namespace="http://schemas.microsoft.com/office/infopath/2007/PartnerControls"/>
    <xsd:element name="Status" ma:index="2" nillable="true" ma:displayName="Status" ma:default="Not started" ma:format="Dropdown" ma:internalName="Status" ma:readOnly="false">
      <xsd:simpleType>
        <xsd:restriction base="dms:Choice">
          <xsd:enumeration value="Not started"/>
          <xsd:enumeration value="In Progress"/>
          <xsd:enumeration value="Completed"/>
        </xsd:restriction>
      </xsd:simpleType>
    </xsd:element>
    <xsd:element name="Image" ma:index="3" nillable="true" ma:displayName="Image" ma:format="Image" ma:internalName="Image" ma:readOnly="false">
      <xsd:complexType>
        <xsd:complexContent>
          <xsd:extension base="dms:URL">
            <xsd:sequence>
              <xsd:element name="Url" type="dms:ValidUrl" minOccurs="0" nillable="true"/>
              <xsd:element name="Description" type="xsd:string" nillable="true"/>
            </xsd:sequence>
          </xsd:extension>
        </xsd:complexContent>
      </xsd:complexType>
    </xsd:element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CR" ma:index="10" nillable="true" ma:displayName="MediaServiceOCR" ma:hidden="true" ma:internalName="MediaServiceOCR" ma:readOnly="true">
      <xsd:simpleType>
        <xsd:restriction base="dms:Note"/>
      </xsd:simpleType>
    </xsd:element>
    <xsd:element name="MediaServiceAutoTags" ma:index="11" nillable="true" ma:displayName="MediaServiceAutoTags" ma:hidden="true" ma:internalName="MediaServiceAutoTags" ma:readOnly="true">
      <xsd:simpleType>
        <xsd:restriction base="dms:Text"/>
      </xsd:simpleType>
    </xsd:element>
    <xsd:element name="MediaServiceEventHashCode" ma:index="12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AutoKeyPoints" ma:index="16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7" nillable="true" ma:displayName="KeyPoints" ma:hidden="true" ma:internalName="MediaServiceKeyPoints" ma:readOnly="false">
      <xsd:simpleType>
        <xsd:restriction base="dms:Note"/>
      </xsd:simpleType>
    </xsd:element>
    <xsd:element name="MediaServiceDateTaken" ma:index="18" nillable="true" ma:displayName="MediaServiceDateTaken" ma:hidden="true" ma:internalName="MediaServiceDateTaken" ma:readOnly="true">
      <xsd:simpleType>
        <xsd:restriction base="dms:Text"/>
      </xsd:simpleType>
    </xsd:element>
    <xsd:element name="ImageTagsTaxHTField" ma:index="25" nillable="true" ma:taxonomy="true" ma:internalName="ImageTagsTaxHTField" ma:taxonomyFieldName="MediaServiceImageTags" ma:displayName="Image Tags" ma:readOnly="false" ma:fieldId="{5cf76f15-5ced-4ddc-b409-7134ff3c332f}" ma:taxonomyMulti="true" ma:sspId="e385fb40-52d4-4fae-9c5b-3e8ff8a5878e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Location" ma:index="26" nillable="true" ma:displayName="Location" ma:hidden="true" ma:internalName="MediaServiceLocation" ma:readOnly="true">
      <xsd:simpleType>
        <xsd:restriction base="dms:Text"/>
      </xsd:simpleType>
    </xsd:element>
    <xsd:element name="MediaLengthInSeconds" ma:index="27" nillable="true" ma:displayName="MediaLengthInSeconds" ma:hidden="true" ma:internalName="MediaLengthInSeconds" ma:readOnly="true">
      <xsd:simpleType>
        <xsd:restriction base="dms:Unknown"/>
      </xsd:simpleType>
    </xsd:element>
    <xsd:element name="Background" ma:index="28" nillable="true" ma:displayName="Background" ma:default="0" ma:format="Dropdown" ma:internalName="Background">
      <xsd:simpleType>
        <xsd:restriction base="dms:Boolean"/>
      </xsd:simpleType>
    </xsd:element>
    <xsd:element name="MediaServiceSearchProperties" ma:index="29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DocTags" ma:index="30" nillable="true" ma:displayName="MediaServiceDocTags" ma:hidden="true" ma:internalName="MediaServiceDocTags" ma:readOnly="true">
      <xsd:simpleType>
        <xsd:restriction base="dms:Note"/>
      </xsd:simpleType>
    </xsd:element>
    <xsd:element name="MediaServiceObjectDetectorVersions" ma:index="31" nillable="true" ma:displayName="MediaServiceObjectDetectorVersions" ma:description="" ma:hidden="true" ma:indexed="true" ma:internalName="MediaServiceObjectDetectorVersions" ma:readOnly="true">
      <xsd:simpleType>
        <xsd:restriction base="dms:Text"/>
      </xsd:simpleType>
    </xsd:element>
    <xsd:element name="MediaServiceSystemTags" ma:index="32" nillable="true" ma:displayName="MediaServiceSystemTags" ma:hidden="true" ma:internalName="MediaServiceSystemTag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6c05727-aa75-4e4a-9b5f-8a80a1165891" elementFormDefault="qualified">
    <xsd:import namespace="http://schemas.microsoft.com/office/2006/documentManagement/types"/>
    <xsd:import namespace="http://schemas.microsoft.com/office/infopath/2007/PartnerControls"/>
    <xsd:element name="SharedWithUsers" ma:index="14" nillable="true" ma:displayName="Shared With" ma:hidden="true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5" nillable="true" ma:displayName="Shared With Details" ma:hidden="true" ma:internalName="SharedWithDetail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230e9df3-be65-4c73-a93b-d1236ebd677e" elementFormDefault="qualified">
    <xsd:import namespace="http://schemas.microsoft.com/office/2006/documentManagement/types"/>
    <xsd:import namespace="http://schemas.microsoft.com/office/infopath/2007/PartnerControls"/>
    <xsd:element name="TaxCatchAll" ma:index="23" nillable="true" ma:displayName="Taxonomy Catch All Column" ma:hidden="true" ma:list="{3f6bfcbc-3db3-4ae6-bd76-326f0798ad28}" ma:internalName="TaxCatchAll" ma:readOnly="false" ma:showField="CatchAllData" ma:web="16c05727-aa75-4e4a-9b5f-8a80a1165891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displayName="Content Type"/>
        <xsd:element ref="dc:title" minOccurs="0" maxOccurs="1" ma:index="1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_ip_UnifiedCompliancePolicyUIAction xmlns="http://schemas.microsoft.com/sharepoint/v3" xsi:nil="true"/>
    <Image xmlns="71af3243-3dd4-4a8d-8c0d-dd76da1f02a5">
      <Url xsi:nil="true"/>
      <Description xsi:nil="true"/>
    </Image>
    <Status xmlns="71af3243-3dd4-4a8d-8c0d-dd76da1f02a5">Not started</Status>
    <Background xmlns="71af3243-3dd4-4a8d-8c0d-dd76da1f02a5">false</Background>
    <_ip_UnifiedCompliancePolicyProperties xmlns="http://schemas.microsoft.com/sharepoint/v3" xsi:nil="true"/>
    <ImageTagsTaxHTField xmlns="71af3243-3dd4-4a8d-8c0d-dd76da1f02a5">
      <Terms xmlns="http://schemas.microsoft.com/office/infopath/2007/PartnerControls"/>
    </ImageTagsTaxHTField>
    <TaxCatchAll xmlns="230e9df3-be65-4c73-a93b-d1236ebd677e" xsi:nil="true"/>
    <MediaServiceKeyPoints xmlns="71af3243-3dd4-4a8d-8c0d-dd76da1f02a5" xsi:nil="true"/>
  </documentManagement>
</p:properties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04948363-B267-4BAC-8655-100FBEC280C1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http://schemas.microsoft.com/sharepoint/v3"/>
    <ds:schemaRef ds:uri="71af3243-3dd4-4a8d-8c0d-dd76da1f02a5"/>
    <ds:schemaRef ds:uri="16c05727-aa75-4e4a-9b5f-8a80a1165891"/>
    <ds:schemaRef ds:uri="230e9df3-be65-4c73-a93b-d1236ebd677e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2.xml><?xml version="1.0" encoding="utf-8"?>
<ds:datastoreItem xmlns:ds="http://schemas.openxmlformats.org/officeDocument/2006/customXml" ds:itemID="{BA719FA4-954C-4FA8-82CB-206659C3B826}">
  <ds:schemaRefs>
    <ds:schemaRef ds:uri="http://schemas.microsoft.com/office/2006/metadata/properties"/>
    <ds:schemaRef ds:uri="http://schemas.microsoft.com/office/infopath/2007/PartnerControls"/>
    <ds:schemaRef ds:uri="http://schemas.microsoft.com/sharepoint/v3"/>
    <ds:schemaRef ds:uri="71af3243-3dd4-4a8d-8c0d-dd76da1f02a5"/>
    <ds:schemaRef ds:uri="230e9df3-be65-4c73-a93b-d1236ebd677e"/>
  </ds:schemaRefs>
</ds:datastoreItem>
</file>

<file path=customXml/itemProps3.xml><?xml version="1.0" encoding="utf-8"?>
<ds:datastoreItem xmlns:ds="http://schemas.openxmlformats.org/officeDocument/2006/customXml" ds:itemID="{16DBB56F-4362-4386-A1A1-3DF898896616}">
  <ds:schemaRefs>
    <ds:schemaRef ds:uri="http://schemas.microsoft.com/sharepoint/v3/contenttype/forms"/>
  </ds:schemaRefs>
</ds:datastoreItem>
</file>

<file path=docMetadata/LabelInfo.xml><?xml version="1.0" encoding="utf-8"?>
<clbl:labelList xmlns:clbl="http://schemas.microsoft.com/office/2020/mipLabelMetadata"/>
</file>

<file path=docProps/app.xml><?xml version="1.0" encoding="utf-8"?>
<Properties xmlns="http://schemas.openxmlformats.org/officeDocument/2006/extended-properties" xmlns:vt="http://schemas.openxmlformats.org/officeDocument/2006/docPropsVTypes">
  <Template>{500BBAB9-9D16-425C-8934-BD30DF460540}tf78438558_win32</Template>
  <TotalTime>297</TotalTime>
  <Words>1058</Words>
  <Application>Microsoft Office PowerPoint</Application>
  <PresentationFormat>Widescreen</PresentationFormat>
  <Paragraphs>100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7" baseType="lpstr">
      <vt:lpstr>Arial</vt:lpstr>
      <vt:lpstr>Arial Black</vt:lpstr>
      <vt:lpstr>Calibri</vt:lpstr>
      <vt:lpstr>Lucida Handwriting</vt:lpstr>
      <vt:lpstr>Sabon Next LT</vt:lpstr>
      <vt:lpstr>Wingdings</vt:lpstr>
      <vt:lpstr>Custom</vt:lpstr>
      <vt:lpstr>Project presentation</vt:lpstr>
      <vt:lpstr>Week-1</vt:lpstr>
      <vt:lpstr>A Lightweight Deep Convolutional Neural Network Implemented on FPGA and Android Devices for Detection of Breast Cancer Using Ultrasound Images   </vt:lpstr>
      <vt:lpstr>Low-Cost FPGA Implementation of Deep Learning-Based Heart Sound Segmentation  for Real-Time CVDs Screening</vt:lpstr>
      <vt:lpstr>An FPGA Prototype for Parkinson’s Disease Detection Using Machine Learning on Voice Signal</vt:lpstr>
      <vt:lpstr>Portable and Cost-Effective Handheld Ultrasound System Utilizing FPGA-Based  Synthetic Aperture Imaging</vt:lpstr>
      <vt:lpstr>FPGA SoC Implementation of Adaptive Deep Neural Network-Based Multimodal Edge Intelligence for Internet of Medical Things (IoMT)    [INSPIRATIONAL PURPOSE ]</vt:lpstr>
      <vt:lpstr>FPGA SoC Implementation of Adaptive Deep Neural Network-Based Multimodal Edge Intelligence for Internet of Medical Things (IoMT)    [INSPIRATIONAL PURPOSE ]</vt:lpstr>
      <vt:lpstr>Summary</vt:lpstr>
      <vt:lpstr>Thank  you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Praveen Podalakur</dc:creator>
  <cp:keywords>Education</cp:keywords>
  <cp:lastModifiedBy>Praveen Podalakur</cp:lastModifiedBy>
  <cp:revision>9</cp:revision>
  <dcterms:created xsi:type="dcterms:W3CDTF">2025-07-26T08:54:47Z</dcterms:created>
  <dcterms:modified xsi:type="dcterms:W3CDTF">2025-07-29T12:39:48Z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0x01010079F111ED35F8CC479449609E8A0923A6</vt:lpwstr>
  </property>
</Properties>
</file>